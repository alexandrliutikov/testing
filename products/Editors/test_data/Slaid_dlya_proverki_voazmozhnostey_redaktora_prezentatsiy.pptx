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omments/comment1.xml" ContentType="application/vnd.openxmlformats-officedocument.presentationml.comments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48" r:id="rId1"/>
  </p:sldMasterIdLst>
  <p:sldIdLst>
    <p:sldId id="256" r:id="rId2"/>
    <p:sldId id="258" r:id="rId3"/>
  </p:sldIdLst>
  <p:sldSz cx="12192000" cy="16256000"/>
  <p:notesSz cx="12192000" cy="16256000"/>
  <p:defaultTextStyle>
    <a:defPPr>
      <a:defRPr/>
    </a:defPPr>
    <a:lvl1pPr marL="0" algn="l" defTabSz="4572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>
      <a:defRPr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Автор" initials="A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4" d="100"/>
          <a:sy n="54" d="100"/>
        </p:scale>
        <p:origin x="1656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commentAuthors" Target="commentAuthor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1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2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3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Продажи</c:v>
                </c:pt>
              </c:strCache>
            </c:strRef>
          </c:tx>
          <c:spPr>
            <a:prstGeom prst="rect">
              <a:avLst/>
            </a:prstGeom>
            <a:solidFill>
              <a:schemeClr val="accent1"/>
            </a:solidFill>
            <a:ln>
              <a:noFill/>
            </a:ln>
          </c:spPr>
          <c:dPt>
            <c:idx val="0"/>
            <c:bubble3D val="0"/>
            <c:spPr>
              <a:prstGeom prst="rect">
                <a:avLst/>
              </a:prstGeom>
              <a:solidFill>
                <a:schemeClr val="accent1"/>
              </a:solidFill>
              <a:ln w="19050">
                <a:noFill/>
              </a:ln>
              <a:effectLst/>
            </c:spPr>
          </c:dPt>
          <c:dPt>
            <c:idx val="1"/>
            <c:bubble3D val="0"/>
            <c:spPr>
              <a:prstGeom prst="rect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 w="19050">
                <a:noFill/>
              </a:ln>
              <a:effectLst/>
            </c:spPr>
          </c:dPt>
          <c:dPt>
            <c:idx val="2"/>
            <c:bubble3D val="0"/>
            <c:spPr>
              <a:prstGeom prst="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 w="19050">
                <a:noFill/>
              </a:ln>
              <a:effectLst/>
            </c:spPr>
          </c:dPt>
          <c:dPt>
            <c:idx val="3"/>
            <c:bubble3D val="0"/>
            <c:spPr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19050">
                <a:noFill/>
                <a:round/>
              </a:ln>
              <a:effectLst/>
            </c:spPr>
          </c:dPt>
          <c:cat>
            <c:strRef>
              <c:f>Sheet1!$A$2:$A$5</c:f>
              <c:strCache>
                <c:ptCount val="4"/>
                <c:pt idx="0">
                  <c:v>1 кв.</c:v>
                </c:pt>
                <c:pt idx="1">
                  <c:v>2 кв.</c:v>
                </c:pt>
                <c:pt idx="2">
                  <c:v>3 кв.</c:v>
                </c:pt>
                <c:pt idx="3">
                  <c:v>4 кв.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60"/>
      </c:doughnutChart>
      <c:spPr>
        <a:prstGeom prst="rect">
          <a:avLst/>
        </a:prstGeom>
        <a:noFill/>
        <a:ln>
          <a:noFill/>
        </a:ln>
        <a:effectLst/>
      </c:spPr>
    </c:plotArea>
    <c:plotVisOnly val="1"/>
    <c:dispBlanksAs val="gap"/>
    <c:showDLblsOverMax val="0"/>
  </c:chart>
  <c:spPr>
    <a:xfrm>
      <a:off x="0" y="0"/>
      <a:ext cx="1352397" cy="1452033"/>
    </a:xfrm>
    <a:prstGeom prst="rect">
      <a:avLst/>
    </a:prstGeom>
    <a:noFill/>
    <a:ln>
      <a:noFill/>
    </a:ln>
    <a:effectLst/>
  </c:spPr>
  <c:txPr>
    <a:bodyPr/>
    <a:lstStyle/>
    <a:p>
      <a:pPr>
        <a:defRPr/>
      </a:pPr>
      <a:endParaRPr lang="ru-RU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Продажи</c:v>
                </c:pt>
              </c:strCache>
            </c:strRef>
          </c:tx>
          <c:spPr>
            <a:prstGeom prst="rect">
              <a:avLst/>
            </a:prstGeom>
            <a:solidFill>
              <a:schemeClr val="accent1"/>
            </a:solidFill>
            <a:ln>
              <a:noFill/>
            </a:ln>
          </c:spPr>
          <c:dPt>
            <c:idx val="0"/>
            <c:bubble3D val="0"/>
            <c:spPr>
              <a:prstGeom prst="rect">
                <a:avLst/>
              </a:prstGeom>
              <a:solidFill>
                <a:schemeClr val="accent3"/>
              </a:solidFill>
              <a:ln w="19050">
                <a:noFill/>
              </a:ln>
              <a:effectLst/>
            </c:spPr>
          </c:dPt>
          <c:dPt>
            <c:idx val="1"/>
            <c:bubble3D val="0"/>
            <c:spPr>
              <a:prstGeom prst="rect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 w="19050">
                <a:noFill/>
              </a:ln>
              <a:effectLst/>
            </c:spPr>
          </c:dPt>
          <c:dPt>
            <c:idx val="2"/>
            <c:bubble3D val="0"/>
            <c:spPr>
              <a:prstGeom prst="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 w="19050">
                <a:noFill/>
              </a:ln>
              <a:effectLst/>
            </c:spPr>
          </c:dPt>
          <c:dPt>
            <c:idx val="3"/>
            <c:bubble3D val="0"/>
            <c:spPr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 w="19050">
                <a:noFill/>
              </a:ln>
              <a:effectLst/>
            </c:spPr>
          </c:dPt>
          <c:cat>
            <c:strRef>
              <c:f>Sheet1!$A$2:$A$5</c:f>
              <c:strCache>
                <c:ptCount val="4"/>
                <c:pt idx="0">
                  <c:v>1 кв.</c:v>
                </c:pt>
                <c:pt idx="1">
                  <c:v>2 кв.</c:v>
                </c:pt>
                <c:pt idx="2">
                  <c:v>3 кв.</c:v>
                </c:pt>
                <c:pt idx="3">
                  <c:v>4 кв.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87"/>
        <c:holeSize val="60"/>
      </c:doughnutChart>
      <c:spPr>
        <a:prstGeom prst="rect">
          <a:avLst/>
        </a:prstGeom>
        <a:noFill/>
        <a:ln>
          <a:noFill/>
        </a:ln>
        <a:effectLst/>
      </c:spPr>
    </c:plotArea>
    <c:plotVisOnly val="1"/>
    <c:dispBlanksAs val="gap"/>
    <c:showDLblsOverMax val="0"/>
  </c:chart>
  <c:spPr>
    <a:xfrm>
      <a:off x="1479237" y="0"/>
      <a:ext cx="1352397" cy="1452033"/>
    </a:xfrm>
    <a:prstGeom prst="rect">
      <a:avLst/>
    </a:prstGeom>
    <a:noFill/>
    <a:ln>
      <a:noFill/>
    </a:ln>
    <a:effectLst/>
  </c:spPr>
  <c:txPr>
    <a:bodyPr/>
    <a:lstStyle/>
    <a:p>
      <a:pPr>
        <a:defRPr/>
      </a:pPr>
      <a:endParaRPr lang="ru-RU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Продажи</c:v>
                </c:pt>
              </c:strCache>
            </c:strRef>
          </c:tx>
          <c:spPr>
            <a:prstGeom prst="rect">
              <a:avLst/>
            </a:prstGeom>
            <a:solidFill>
              <a:schemeClr val="accent1"/>
            </a:solidFill>
            <a:ln>
              <a:noFill/>
            </a:ln>
          </c:spPr>
          <c:dPt>
            <c:idx val="0"/>
            <c:bubble3D val="0"/>
            <c:spPr>
              <a:prstGeom prst="rect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 w="19050">
                <a:noFill/>
              </a:ln>
              <a:effectLst/>
            </c:spPr>
          </c:dPt>
          <c:dPt>
            <c:idx val="1"/>
            <c:bubble3D val="0"/>
            <c:spPr>
              <a:prstGeom prst="rect">
                <a:avLst/>
              </a:prstGeom>
              <a:solidFill>
                <a:schemeClr val="accent4"/>
              </a:solidFill>
              <a:ln w="19050">
                <a:noFill/>
              </a:ln>
              <a:effectLst/>
            </c:spPr>
          </c:dPt>
          <c:dPt>
            <c:idx val="2"/>
            <c:bubble3D val="0"/>
            <c:spPr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9050">
                <a:noFill/>
              </a:ln>
              <a:effectLst/>
            </c:spPr>
          </c:dPt>
          <c:dPt>
            <c:idx val="3"/>
            <c:bubble3D val="0"/>
            <c:spPr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19050">
                <a:noFill/>
              </a:ln>
              <a:effectLst/>
            </c:spPr>
          </c:dPt>
          <c:cat>
            <c:strRef>
              <c:f>Sheet1!$A$2:$A$5</c:f>
              <c:strCache>
                <c:ptCount val="4"/>
                <c:pt idx="0">
                  <c:v>1 кв.</c:v>
                </c:pt>
                <c:pt idx="1">
                  <c:v>2 кв.</c:v>
                </c:pt>
                <c:pt idx="2">
                  <c:v>3 кв.</c:v>
                </c:pt>
                <c:pt idx="3">
                  <c:v>4 кв.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156"/>
        <c:holeSize val="60"/>
      </c:doughnutChart>
      <c:spPr>
        <a:prstGeom prst="rect">
          <a:avLst/>
        </a:prstGeom>
        <a:noFill/>
        <a:ln>
          <a:noFill/>
        </a:ln>
        <a:effectLst/>
      </c:spPr>
    </c:plotArea>
    <c:plotVisOnly val="1"/>
    <c:dispBlanksAs val="gap"/>
    <c:showDLblsOverMax val="0"/>
  </c:chart>
  <c:spPr>
    <a:xfrm>
      <a:off x="2958474" y="0"/>
      <a:ext cx="1352397" cy="1452033"/>
    </a:xfrm>
    <a:prstGeom prst="rect">
      <a:avLst/>
    </a:prstGeom>
    <a:noFill/>
    <a:ln>
      <a:noFill/>
    </a:ln>
    <a:effectLst/>
  </c:spPr>
  <c:txPr>
    <a:bodyPr/>
    <a:lstStyle/>
    <a:p>
      <a:pPr>
        <a:defRPr/>
      </a:pPr>
      <a:endParaRPr lang="ru-RU"/>
    </a:p>
  </c:txPr>
  <c:externalData r:id="rId1">
    <c:autoUpdate val="0"/>
  </c:externalData>
</c:chartSpace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2" dt="2021-10-19T10:58:53" idx="1">
    <p:pos x="6997" y="4515"/>
    <p:text>тест</p:text>
    <p:extLst>
      <p:ext uri="{C676402C-5697-4E1C-873F-D02D1690AC5C}">
        <p15:threadingInfo xmlns:p15="http://schemas.microsoft.com/office/powerpoint/2012/main" timeZoneBias="-180"/>
      </p:ext>
      <p:ext uri="{19B8F6BF-5375-455C-9EA6-DF929625EA0E}">
        <p15:presenceInfo xmlns="" xmlns:m="http://schemas.openxmlformats.org/officeDocument/2006/math" xmlns:w="http://schemas.openxmlformats.org/wordprocessingml/2006/main" xmlns:p15="http://schemas.microsoft.com/office/powerpoint/2012/main" userId="teamlab_data:0;17;uid-1634630309113;1;6;Аноним;2;1;0;3;20;2021-10-19T07:58:53Z;4;38;{2F70AF2D-525D-04C7-79D7-44D235F5E77F};" providerId="AD"/>
      </p:ext>
    </p:extLst>
  </p:cm>
</p:cmLst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B097B92-8A25-4D6E-89D6-7B8009145A20}" type="doc">
      <dgm:prSet loTypeId="urn:microsoft.com/office/officeart/2008/layout/AlternatingHexagons" loCatId="list" qsTypeId="urn:microsoft.com/office/officeart/2009/2/quickstyle/3d8" qsCatId="3D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BF4EA1A2-84F0-450C-A075-BDB885CB0BAA}">
      <dgm:prSet phldrT="[Текст]"/>
      <dgm:spPr/>
      <dgm:t>
        <a:bodyPr/>
        <a:lstStyle/>
        <a:p>
          <a:r>
            <a:rPr lang="ru-RU" dirty="0" smtClean="0"/>
            <a:t>2</a:t>
          </a:r>
          <a:endParaRPr lang="ru-RU" dirty="0"/>
        </a:p>
      </dgm:t>
    </dgm:pt>
    <dgm:pt modelId="{AA730160-CE2A-41FE-9FEA-411B019FCBA2}" type="parTrans" cxnId="{4E1D6D8D-3981-4764-AB66-6AAD182C45E8}">
      <dgm:prSet/>
      <dgm:spPr/>
      <dgm:t>
        <a:bodyPr/>
        <a:lstStyle/>
        <a:p>
          <a:endParaRPr lang="ru-RU"/>
        </a:p>
      </dgm:t>
    </dgm:pt>
    <dgm:pt modelId="{89E1E1D6-17A0-4C87-AE5D-9DA6EA510AE9}" type="sibTrans" cxnId="{4E1D6D8D-3981-4764-AB66-6AAD182C45E8}">
      <dgm:prSet/>
      <dgm:spPr/>
      <dgm:t>
        <a:bodyPr/>
        <a:lstStyle/>
        <a:p>
          <a:endParaRPr lang="ru-RU"/>
        </a:p>
      </dgm:t>
    </dgm:pt>
    <dgm:pt modelId="{D4CC746A-7D0A-4485-B899-DC63F92D2659}">
      <dgm:prSet phldrT="[Текст]"/>
      <dgm:spPr/>
      <dgm:t>
        <a:bodyPr/>
        <a:lstStyle/>
        <a:p>
          <a:r>
            <a:rPr lang="ru-RU" dirty="0" smtClean="0"/>
            <a:t>4</a:t>
          </a:r>
          <a:endParaRPr lang="ru-RU" dirty="0"/>
        </a:p>
      </dgm:t>
    </dgm:pt>
    <dgm:pt modelId="{73D08054-15D0-41E9-8445-D7E7BBE0B407}" type="parTrans" cxnId="{0CFF49BC-EACA-4D0F-AA8C-990BF7C670E1}">
      <dgm:prSet/>
      <dgm:spPr/>
      <dgm:t>
        <a:bodyPr/>
        <a:lstStyle/>
        <a:p>
          <a:endParaRPr lang="ru-RU"/>
        </a:p>
      </dgm:t>
    </dgm:pt>
    <dgm:pt modelId="{ABA0B603-3410-4B08-BE2A-865CC9FB6834}" type="sibTrans" cxnId="{0CFF49BC-EACA-4D0F-AA8C-990BF7C670E1}">
      <dgm:prSet/>
      <dgm:spPr/>
      <dgm:t>
        <a:bodyPr/>
        <a:lstStyle/>
        <a:p>
          <a:endParaRPr lang="ru-RU"/>
        </a:p>
      </dgm:t>
    </dgm:pt>
    <dgm:pt modelId="{5EA3C269-5199-4BFF-B3DB-2C786E54ED15}">
      <dgm:prSet phldrT="[Текст]"/>
      <dgm:spPr/>
      <dgm:t>
        <a:bodyPr/>
        <a:lstStyle/>
        <a:p>
          <a:r>
            <a:rPr lang="ru-RU" dirty="0" smtClean="0"/>
            <a:t>1</a:t>
          </a:r>
          <a:endParaRPr lang="ru-RU" dirty="0"/>
        </a:p>
      </dgm:t>
    </dgm:pt>
    <dgm:pt modelId="{33C2825E-CE05-4A49-BD72-7F41D335E21E}" type="parTrans" cxnId="{88B7C205-4E32-441F-A1E7-73A235E83888}">
      <dgm:prSet/>
      <dgm:spPr/>
      <dgm:t>
        <a:bodyPr/>
        <a:lstStyle/>
        <a:p>
          <a:endParaRPr lang="ru-RU"/>
        </a:p>
      </dgm:t>
    </dgm:pt>
    <dgm:pt modelId="{A524DF48-68A0-407C-87CD-0908403F9EE1}" type="sibTrans" cxnId="{88B7C205-4E32-441F-A1E7-73A235E83888}">
      <dgm:prSet/>
      <dgm:spPr/>
      <dgm:t>
        <a:bodyPr/>
        <a:lstStyle/>
        <a:p>
          <a:endParaRPr lang="ru-RU"/>
        </a:p>
      </dgm:t>
    </dgm:pt>
    <dgm:pt modelId="{991E5D54-FFF1-4741-9E70-0B3BAB56F305}">
      <dgm:prSet phldrT="[Текст]"/>
      <dgm:spPr/>
      <dgm:t>
        <a:bodyPr/>
        <a:lstStyle/>
        <a:p>
          <a:r>
            <a:rPr lang="ru-RU" smtClean="0"/>
            <a:t>6</a:t>
          </a:r>
          <a:endParaRPr lang="ru-RU"/>
        </a:p>
      </dgm:t>
    </dgm:pt>
    <dgm:pt modelId="{9F884708-FDA8-4BE2-9100-26B502E2606F}" type="parTrans" cxnId="{2ECE86C5-0A59-4B6E-A9A6-79DD4A5473F5}">
      <dgm:prSet/>
      <dgm:spPr/>
      <dgm:t>
        <a:bodyPr/>
        <a:lstStyle/>
        <a:p>
          <a:endParaRPr lang="ru-RU"/>
        </a:p>
      </dgm:t>
    </dgm:pt>
    <dgm:pt modelId="{388F4E90-9F0E-41B8-BCDE-339A881320CD}" type="sibTrans" cxnId="{2ECE86C5-0A59-4B6E-A9A6-79DD4A5473F5}">
      <dgm:prSet/>
      <dgm:spPr/>
      <dgm:t>
        <a:bodyPr/>
        <a:lstStyle/>
        <a:p>
          <a:endParaRPr lang="ru-RU"/>
        </a:p>
      </dgm:t>
    </dgm:pt>
    <dgm:pt modelId="{C9EFC643-53C4-4501-B067-846A37D6E0F1}">
      <dgm:prSet phldrT="[Текст]"/>
      <dgm:spPr/>
      <dgm:t>
        <a:bodyPr/>
        <a:lstStyle/>
        <a:p>
          <a:r>
            <a:rPr lang="ru-RU" dirty="0" smtClean="0"/>
            <a:t>3</a:t>
          </a:r>
          <a:endParaRPr lang="ru-RU" dirty="0"/>
        </a:p>
      </dgm:t>
    </dgm:pt>
    <dgm:pt modelId="{ACDCEB2D-A9CB-496A-BA8F-602628C43EE2}" type="parTrans" cxnId="{64DA1659-B8FC-468C-AE6D-2841C3BC0CA7}">
      <dgm:prSet/>
      <dgm:spPr/>
      <dgm:t>
        <a:bodyPr/>
        <a:lstStyle/>
        <a:p>
          <a:endParaRPr lang="ru-RU"/>
        </a:p>
      </dgm:t>
    </dgm:pt>
    <dgm:pt modelId="{FD196333-823B-45DA-A11D-13B0D87506F8}" type="sibTrans" cxnId="{64DA1659-B8FC-468C-AE6D-2841C3BC0CA7}">
      <dgm:prSet/>
      <dgm:spPr/>
      <dgm:t>
        <a:bodyPr/>
        <a:lstStyle/>
        <a:p>
          <a:endParaRPr lang="ru-RU"/>
        </a:p>
      </dgm:t>
    </dgm:pt>
    <dgm:pt modelId="{C5F5E44E-933E-495A-8D9B-A4DAD226141B}">
      <dgm:prSet phldrT="[Текст]"/>
      <dgm:spPr/>
      <dgm:t>
        <a:bodyPr/>
        <a:lstStyle/>
        <a:p>
          <a:r>
            <a:rPr lang="ru-RU" dirty="0" smtClean="0"/>
            <a:t>5</a:t>
          </a:r>
          <a:endParaRPr lang="ru-RU" dirty="0"/>
        </a:p>
      </dgm:t>
    </dgm:pt>
    <dgm:pt modelId="{21359A25-B5B4-49C2-AC4D-284EEAA44D3A}" type="parTrans" cxnId="{21A7D039-7C4D-40CC-BCB2-07E4E4AC38A8}">
      <dgm:prSet/>
      <dgm:spPr/>
      <dgm:t>
        <a:bodyPr/>
        <a:lstStyle/>
        <a:p>
          <a:endParaRPr lang="ru-RU"/>
        </a:p>
      </dgm:t>
    </dgm:pt>
    <dgm:pt modelId="{0CF30F80-BB03-476C-A4E4-D4DD62C24CE3}" type="sibTrans" cxnId="{21A7D039-7C4D-40CC-BCB2-07E4E4AC38A8}">
      <dgm:prSet/>
      <dgm:spPr/>
      <dgm:t>
        <a:bodyPr/>
        <a:lstStyle/>
        <a:p>
          <a:endParaRPr lang="ru-RU"/>
        </a:p>
      </dgm:t>
    </dgm:pt>
    <dgm:pt modelId="{44D3E5B4-11B1-46AE-9067-BFECC3048C54}" type="pres">
      <dgm:prSet presAssocID="{2B097B92-8A25-4D6E-89D6-7B8009145A20}" presName="Name0" presStyleCnt="0">
        <dgm:presLayoutVars>
          <dgm:chMax/>
          <dgm:chPref/>
          <dgm:dir/>
          <dgm:animLvl val="lvl"/>
        </dgm:presLayoutVars>
      </dgm:prSet>
      <dgm:spPr/>
      <dgm:t>
        <a:bodyPr/>
        <a:lstStyle/>
        <a:p>
          <a:endParaRPr lang="ru-RU"/>
        </a:p>
      </dgm:t>
    </dgm:pt>
    <dgm:pt modelId="{AA776AD8-EE91-419E-844F-ABDB9836CFBB}" type="pres">
      <dgm:prSet presAssocID="{BF4EA1A2-84F0-450C-A075-BDB885CB0BAA}" presName="composite" presStyleCnt="0"/>
      <dgm:spPr/>
      <dgm:t>
        <a:bodyPr/>
        <a:lstStyle/>
        <a:p>
          <a:endParaRPr lang="ru-RU"/>
        </a:p>
      </dgm:t>
    </dgm:pt>
    <dgm:pt modelId="{FFCEB18E-2C6D-413A-9B65-53D65F78B872}" type="pres">
      <dgm:prSet presAssocID="{BF4EA1A2-84F0-450C-A075-BDB885CB0BAA}" presName="Parent1" presStyleLbl="node1" presStyleIdx="0" presStyleCnt="6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BC553BC9-8AEC-4881-AA72-2972848845DD}" type="pres">
      <dgm:prSet presAssocID="{BF4EA1A2-84F0-450C-A075-BDB885CB0BAA}" presName="Childtext1" presStyleLbl="revTx" presStyleIdx="0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5DD12DAC-8927-4C07-BE2B-3BAC28F43779}" type="pres">
      <dgm:prSet presAssocID="{BF4EA1A2-84F0-450C-A075-BDB885CB0BAA}" presName="BalanceSpacing" presStyleCnt="0"/>
      <dgm:spPr/>
      <dgm:t>
        <a:bodyPr/>
        <a:lstStyle/>
        <a:p>
          <a:endParaRPr lang="ru-RU"/>
        </a:p>
      </dgm:t>
    </dgm:pt>
    <dgm:pt modelId="{95F118EF-FF57-4E28-AA22-B48971BBCF9C}" type="pres">
      <dgm:prSet presAssocID="{BF4EA1A2-84F0-450C-A075-BDB885CB0BAA}" presName="BalanceSpacing1" presStyleCnt="0"/>
      <dgm:spPr/>
      <dgm:t>
        <a:bodyPr/>
        <a:lstStyle/>
        <a:p>
          <a:endParaRPr lang="ru-RU"/>
        </a:p>
      </dgm:t>
    </dgm:pt>
    <dgm:pt modelId="{3129FB08-2329-458A-B2C1-1534201B2B0A}" type="pres">
      <dgm:prSet presAssocID="{89E1E1D6-17A0-4C87-AE5D-9DA6EA510AE9}" presName="Accent1Text" presStyleLbl="node1" presStyleIdx="1" presStyleCnt="6"/>
      <dgm:spPr/>
      <dgm:t>
        <a:bodyPr/>
        <a:lstStyle/>
        <a:p>
          <a:endParaRPr lang="ru-RU"/>
        </a:p>
      </dgm:t>
    </dgm:pt>
    <dgm:pt modelId="{04C17BC6-B294-44F9-A886-405FB1EF9B83}" type="pres">
      <dgm:prSet presAssocID="{89E1E1D6-17A0-4C87-AE5D-9DA6EA510AE9}" presName="spaceBetweenRectangles" presStyleCnt="0"/>
      <dgm:spPr/>
      <dgm:t>
        <a:bodyPr/>
        <a:lstStyle/>
        <a:p>
          <a:endParaRPr lang="ru-RU"/>
        </a:p>
      </dgm:t>
    </dgm:pt>
    <dgm:pt modelId="{4921CB6A-A27E-4792-844C-A41675B64597}" type="pres">
      <dgm:prSet presAssocID="{5EA3C269-5199-4BFF-B3DB-2C786E54ED15}" presName="composite" presStyleCnt="0"/>
      <dgm:spPr/>
      <dgm:t>
        <a:bodyPr/>
        <a:lstStyle/>
        <a:p>
          <a:endParaRPr lang="ru-RU"/>
        </a:p>
      </dgm:t>
    </dgm:pt>
    <dgm:pt modelId="{5AAEAB00-D831-41A2-96E2-E272D085D0FE}" type="pres">
      <dgm:prSet presAssocID="{5EA3C269-5199-4BFF-B3DB-2C786E54ED15}" presName="Parent1" presStyleLbl="node1" presStyleIdx="2" presStyleCnt="6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F8A925CE-AA51-42E5-8B71-6B0D0CEE4192}" type="pres">
      <dgm:prSet presAssocID="{5EA3C269-5199-4BFF-B3DB-2C786E54ED15}" presName="Childtext1" presStyleLbl="revTx" presStyleIdx="1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E773B7E2-E6BA-4250-9E54-7E8ACCF86884}" type="pres">
      <dgm:prSet presAssocID="{5EA3C269-5199-4BFF-B3DB-2C786E54ED15}" presName="BalanceSpacing" presStyleCnt="0"/>
      <dgm:spPr/>
      <dgm:t>
        <a:bodyPr/>
        <a:lstStyle/>
        <a:p>
          <a:endParaRPr lang="ru-RU"/>
        </a:p>
      </dgm:t>
    </dgm:pt>
    <dgm:pt modelId="{1C8F88C6-C9A2-4228-9BE5-0699A958C5CC}" type="pres">
      <dgm:prSet presAssocID="{5EA3C269-5199-4BFF-B3DB-2C786E54ED15}" presName="BalanceSpacing1" presStyleCnt="0"/>
      <dgm:spPr/>
      <dgm:t>
        <a:bodyPr/>
        <a:lstStyle/>
        <a:p>
          <a:endParaRPr lang="ru-RU"/>
        </a:p>
      </dgm:t>
    </dgm:pt>
    <dgm:pt modelId="{FA2A4A68-D037-4B3E-BC5E-79435C9EA467}" type="pres">
      <dgm:prSet presAssocID="{A524DF48-68A0-407C-87CD-0908403F9EE1}" presName="Accent1Text" presStyleLbl="node1" presStyleIdx="3" presStyleCnt="6"/>
      <dgm:spPr/>
      <dgm:t>
        <a:bodyPr/>
        <a:lstStyle/>
        <a:p>
          <a:endParaRPr lang="ru-RU"/>
        </a:p>
      </dgm:t>
    </dgm:pt>
    <dgm:pt modelId="{3D020EDD-2D52-4A73-A93D-0ADB233914C5}" type="pres">
      <dgm:prSet presAssocID="{A524DF48-68A0-407C-87CD-0908403F9EE1}" presName="spaceBetweenRectangles" presStyleCnt="0"/>
      <dgm:spPr/>
      <dgm:t>
        <a:bodyPr/>
        <a:lstStyle/>
        <a:p>
          <a:endParaRPr lang="ru-RU"/>
        </a:p>
      </dgm:t>
    </dgm:pt>
    <dgm:pt modelId="{8C80D3FF-5715-4EFB-9231-0DAB5CCF9A07}" type="pres">
      <dgm:prSet presAssocID="{C9EFC643-53C4-4501-B067-846A37D6E0F1}" presName="composite" presStyleCnt="0"/>
      <dgm:spPr/>
      <dgm:t>
        <a:bodyPr/>
        <a:lstStyle/>
        <a:p>
          <a:endParaRPr lang="ru-RU"/>
        </a:p>
      </dgm:t>
    </dgm:pt>
    <dgm:pt modelId="{EFB689C0-306E-47E0-A3BD-735004220698}" type="pres">
      <dgm:prSet presAssocID="{C9EFC643-53C4-4501-B067-846A37D6E0F1}" presName="Parent1" presStyleLbl="node1" presStyleIdx="4" presStyleCnt="6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7A0545C5-7C61-4437-90FB-22E2E95D72A6}" type="pres">
      <dgm:prSet presAssocID="{C9EFC643-53C4-4501-B067-846A37D6E0F1}" presName="Childtext1" presStyleLbl="revTx" presStyleIdx="2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3F1BA88D-5B0D-436B-AFD2-E3E7396CBE6D}" type="pres">
      <dgm:prSet presAssocID="{C9EFC643-53C4-4501-B067-846A37D6E0F1}" presName="BalanceSpacing" presStyleCnt="0"/>
      <dgm:spPr/>
      <dgm:t>
        <a:bodyPr/>
        <a:lstStyle/>
        <a:p>
          <a:endParaRPr lang="ru-RU"/>
        </a:p>
      </dgm:t>
    </dgm:pt>
    <dgm:pt modelId="{3FFDACAA-4867-42C4-806D-256309257C02}" type="pres">
      <dgm:prSet presAssocID="{C9EFC643-53C4-4501-B067-846A37D6E0F1}" presName="BalanceSpacing1" presStyleCnt="0"/>
      <dgm:spPr/>
      <dgm:t>
        <a:bodyPr/>
        <a:lstStyle/>
        <a:p>
          <a:endParaRPr lang="ru-RU"/>
        </a:p>
      </dgm:t>
    </dgm:pt>
    <dgm:pt modelId="{8B20D8D4-4D52-4EDF-A1CF-B8D2E68EFB1F}" type="pres">
      <dgm:prSet presAssocID="{FD196333-823B-45DA-A11D-13B0D87506F8}" presName="Accent1Text" presStyleLbl="node1" presStyleIdx="5" presStyleCnt="6"/>
      <dgm:spPr/>
      <dgm:t>
        <a:bodyPr/>
        <a:lstStyle/>
        <a:p>
          <a:endParaRPr lang="ru-RU"/>
        </a:p>
      </dgm:t>
    </dgm:pt>
  </dgm:ptLst>
  <dgm:cxnLst>
    <dgm:cxn modelId="{2CCD0E21-429D-4315-98CA-89778933C391}" type="presOf" srcId="{C9EFC643-53C4-4501-B067-846A37D6E0F1}" destId="{EFB689C0-306E-47E0-A3BD-735004220698}" srcOrd="0" destOrd="0" presId="urn:microsoft.com/office/officeart/2008/layout/AlternatingHexagons"/>
    <dgm:cxn modelId="{0C3C2109-F4D2-4A10-8B83-4C77EAC8D5AE}" type="presOf" srcId="{D4CC746A-7D0A-4485-B899-DC63F92D2659}" destId="{BC553BC9-8AEC-4881-AA72-2972848845DD}" srcOrd="0" destOrd="0" presId="urn:microsoft.com/office/officeart/2008/layout/AlternatingHexagons"/>
    <dgm:cxn modelId="{21A7D039-7C4D-40CC-BCB2-07E4E4AC38A8}" srcId="{C9EFC643-53C4-4501-B067-846A37D6E0F1}" destId="{C5F5E44E-933E-495A-8D9B-A4DAD226141B}" srcOrd="0" destOrd="0" parTransId="{21359A25-B5B4-49C2-AC4D-284EEAA44D3A}" sibTransId="{0CF30F80-BB03-476C-A4E4-D4DD62C24CE3}"/>
    <dgm:cxn modelId="{2D3F2AF1-7B08-4325-A0CA-8BE7CECF5AE4}" type="presOf" srcId="{2B097B92-8A25-4D6E-89D6-7B8009145A20}" destId="{44D3E5B4-11B1-46AE-9067-BFECC3048C54}" srcOrd="0" destOrd="0" presId="urn:microsoft.com/office/officeart/2008/layout/AlternatingHexagons"/>
    <dgm:cxn modelId="{5847FDCC-E692-458E-B930-FFADD805985A}" type="presOf" srcId="{FD196333-823B-45DA-A11D-13B0D87506F8}" destId="{8B20D8D4-4D52-4EDF-A1CF-B8D2E68EFB1F}" srcOrd="0" destOrd="0" presId="urn:microsoft.com/office/officeart/2008/layout/AlternatingHexagons"/>
    <dgm:cxn modelId="{36AFC562-291E-49A0-B091-4E1A60D28203}" type="presOf" srcId="{5EA3C269-5199-4BFF-B3DB-2C786E54ED15}" destId="{5AAEAB00-D831-41A2-96E2-E272D085D0FE}" srcOrd="0" destOrd="0" presId="urn:microsoft.com/office/officeart/2008/layout/AlternatingHexagons"/>
    <dgm:cxn modelId="{4E1D6D8D-3981-4764-AB66-6AAD182C45E8}" srcId="{2B097B92-8A25-4D6E-89D6-7B8009145A20}" destId="{BF4EA1A2-84F0-450C-A075-BDB885CB0BAA}" srcOrd="0" destOrd="0" parTransId="{AA730160-CE2A-41FE-9FEA-411B019FCBA2}" sibTransId="{89E1E1D6-17A0-4C87-AE5D-9DA6EA510AE9}"/>
    <dgm:cxn modelId="{0CFF49BC-EACA-4D0F-AA8C-990BF7C670E1}" srcId="{BF4EA1A2-84F0-450C-A075-BDB885CB0BAA}" destId="{D4CC746A-7D0A-4485-B899-DC63F92D2659}" srcOrd="0" destOrd="0" parTransId="{73D08054-15D0-41E9-8445-D7E7BBE0B407}" sibTransId="{ABA0B603-3410-4B08-BE2A-865CC9FB6834}"/>
    <dgm:cxn modelId="{AA4C97B3-0D4F-4E9E-9910-FB7D038389CA}" type="presOf" srcId="{89E1E1D6-17A0-4C87-AE5D-9DA6EA510AE9}" destId="{3129FB08-2329-458A-B2C1-1534201B2B0A}" srcOrd="0" destOrd="0" presId="urn:microsoft.com/office/officeart/2008/layout/AlternatingHexagons"/>
    <dgm:cxn modelId="{85F35FE1-B161-41EC-96A7-CA4D17049BE5}" type="presOf" srcId="{A524DF48-68A0-407C-87CD-0908403F9EE1}" destId="{FA2A4A68-D037-4B3E-BC5E-79435C9EA467}" srcOrd="0" destOrd="0" presId="urn:microsoft.com/office/officeart/2008/layout/AlternatingHexagons"/>
    <dgm:cxn modelId="{64DA1659-B8FC-468C-AE6D-2841C3BC0CA7}" srcId="{2B097B92-8A25-4D6E-89D6-7B8009145A20}" destId="{C9EFC643-53C4-4501-B067-846A37D6E0F1}" srcOrd="2" destOrd="0" parTransId="{ACDCEB2D-A9CB-496A-BA8F-602628C43EE2}" sibTransId="{FD196333-823B-45DA-A11D-13B0D87506F8}"/>
    <dgm:cxn modelId="{1D5CED1B-BA7F-467D-97B4-BE9CE2F5E3EA}" type="presOf" srcId="{C5F5E44E-933E-495A-8D9B-A4DAD226141B}" destId="{7A0545C5-7C61-4437-90FB-22E2E95D72A6}" srcOrd="0" destOrd="0" presId="urn:microsoft.com/office/officeart/2008/layout/AlternatingHexagons"/>
    <dgm:cxn modelId="{88B7C205-4E32-441F-A1E7-73A235E83888}" srcId="{2B097B92-8A25-4D6E-89D6-7B8009145A20}" destId="{5EA3C269-5199-4BFF-B3DB-2C786E54ED15}" srcOrd="1" destOrd="0" parTransId="{33C2825E-CE05-4A49-BD72-7F41D335E21E}" sibTransId="{A524DF48-68A0-407C-87CD-0908403F9EE1}"/>
    <dgm:cxn modelId="{152BCFE7-6792-4FA2-80C2-322EBF42D1A6}" type="presOf" srcId="{BF4EA1A2-84F0-450C-A075-BDB885CB0BAA}" destId="{FFCEB18E-2C6D-413A-9B65-53D65F78B872}" srcOrd="0" destOrd="0" presId="urn:microsoft.com/office/officeart/2008/layout/AlternatingHexagons"/>
    <dgm:cxn modelId="{81AC21C0-B0C3-498A-9811-F1FDB47A99D6}" type="presOf" srcId="{991E5D54-FFF1-4741-9E70-0B3BAB56F305}" destId="{F8A925CE-AA51-42E5-8B71-6B0D0CEE4192}" srcOrd="0" destOrd="0" presId="urn:microsoft.com/office/officeart/2008/layout/AlternatingHexagons"/>
    <dgm:cxn modelId="{2ECE86C5-0A59-4B6E-A9A6-79DD4A5473F5}" srcId="{5EA3C269-5199-4BFF-B3DB-2C786E54ED15}" destId="{991E5D54-FFF1-4741-9E70-0B3BAB56F305}" srcOrd="0" destOrd="0" parTransId="{9F884708-FDA8-4BE2-9100-26B502E2606F}" sibTransId="{388F4E90-9F0E-41B8-BCDE-339A881320CD}"/>
    <dgm:cxn modelId="{6278C42B-90AE-4931-B152-6EBB41867A99}" type="presParOf" srcId="{44D3E5B4-11B1-46AE-9067-BFECC3048C54}" destId="{AA776AD8-EE91-419E-844F-ABDB9836CFBB}" srcOrd="0" destOrd="0" presId="urn:microsoft.com/office/officeart/2008/layout/AlternatingHexagons"/>
    <dgm:cxn modelId="{65332AEF-EA5A-4444-AA5F-C69F21D7BD7C}" type="presParOf" srcId="{AA776AD8-EE91-419E-844F-ABDB9836CFBB}" destId="{FFCEB18E-2C6D-413A-9B65-53D65F78B872}" srcOrd="0" destOrd="0" presId="urn:microsoft.com/office/officeart/2008/layout/AlternatingHexagons"/>
    <dgm:cxn modelId="{EDE34E2A-C511-445A-8CEE-12ABC7CD9D5A}" type="presParOf" srcId="{AA776AD8-EE91-419E-844F-ABDB9836CFBB}" destId="{BC553BC9-8AEC-4881-AA72-2972848845DD}" srcOrd="1" destOrd="0" presId="urn:microsoft.com/office/officeart/2008/layout/AlternatingHexagons"/>
    <dgm:cxn modelId="{B890D0BD-0DC4-49A4-890B-2A5CF78CB0CE}" type="presParOf" srcId="{AA776AD8-EE91-419E-844F-ABDB9836CFBB}" destId="{5DD12DAC-8927-4C07-BE2B-3BAC28F43779}" srcOrd="2" destOrd="0" presId="urn:microsoft.com/office/officeart/2008/layout/AlternatingHexagons"/>
    <dgm:cxn modelId="{37604CB4-5A04-41CE-A6C9-9CCF48B6BF25}" type="presParOf" srcId="{AA776AD8-EE91-419E-844F-ABDB9836CFBB}" destId="{95F118EF-FF57-4E28-AA22-B48971BBCF9C}" srcOrd="3" destOrd="0" presId="urn:microsoft.com/office/officeart/2008/layout/AlternatingHexagons"/>
    <dgm:cxn modelId="{11BCBECB-A77F-46FD-92BA-B206ED9AABF9}" type="presParOf" srcId="{AA776AD8-EE91-419E-844F-ABDB9836CFBB}" destId="{3129FB08-2329-458A-B2C1-1534201B2B0A}" srcOrd="4" destOrd="0" presId="urn:microsoft.com/office/officeart/2008/layout/AlternatingHexagons"/>
    <dgm:cxn modelId="{C88AA0F1-250C-4C7E-A418-5271B524E85F}" type="presParOf" srcId="{44D3E5B4-11B1-46AE-9067-BFECC3048C54}" destId="{04C17BC6-B294-44F9-A886-405FB1EF9B83}" srcOrd="1" destOrd="0" presId="urn:microsoft.com/office/officeart/2008/layout/AlternatingHexagons"/>
    <dgm:cxn modelId="{D4D481A7-C839-4FEB-8DC2-CF1B52634595}" type="presParOf" srcId="{44D3E5B4-11B1-46AE-9067-BFECC3048C54}" destId="{4921CB6A-A27E-4792-844C-A41675B64597}" srcOrd="2" destOrd="0" presId="urn:microsoft.com/office/officeart/2008/layout/AlternatingHexagons"/>
    <dgm:cxn modelId="{6582E688-1839-4073-AD21-AB5A79066745}" type="presParOf" srcId="{4921CB6A-A27E-4792-844C-A41675B64597}" destId="{5AAEAB00-D831-41A2-96E2-E272D085D0FE}" srcOrd="0" destOrd="0" presId="urn:microsoft.com/office/officeart/2008/layout/AlternatingHexagons"/>
    <dgm:cxn modelId="{3ED9E515-53A0-49B7-8FD4-92C638F606D5}" type="presParOf" srcId="{4921CB6A-A27E-4792-844C-A41675B64597}" destId="{F8A925CE-AA51-42E5-8B71-6B0D0CEE4192}" srcOrd="1" destOrd="0" presId="urn:microsoft.com/office/officeart/2008/layout/AlternatingHexagons"/>
    <dgm:cxn modelId="{6A834D8F-6A44-462E-8FF2-2DD11C84F10B}" type="presParOf" srcId="{4921CB6A-A27E-4792-844C-A41675B64597}" destId="{E773B7E2-E6BA-4250-9E54-7E8ACCF86884}" srcOrd="2" destOrd="0" presId="urn:microsoft.com/office/officeart/2008/layout/AlternatingHexagons"/>
    <dgm:cxn modelId="{B1A444EA-D4CB-4CC8-B55E-82B04DF7D172}" type="presParOf" srcId="{4921CB6A-A27E-4792-844C-A41675B64597}" destId="{1C8F88C6-C9A2-4228-9BE5-0699A958C5CC}" srcOrd="3" destOrd="0" presId="urn:microsoft.com/office/officeart/2008/layout/AlternatingHexagons"/>
    <dgm:cxn modelId="{A287F438-213B-496D-8B5E-63090263E3A5}" type="presParOf" srcId="{4921CB6A-A27E-4792-844C-A41675B64597}" destId="{FA2A4A68-D037-4B3E-BC5E-79435C9EA467}" srcOrd="4" destOrd="0" presId="urn:microsoft.com/office/officeart/2008/layout/AlternatingHexagons"/>
    <dgm:cxn modelId="{DF2BEE98-9A6A-4575-8585-03CFC2A0750B}" type="presParOf" srcId="{44D3E5B4-11B1-46AE-9067-BFECC3048C54}" destId="{3D020EDD-2D52-4A73-A93D-0ADB233914C5}" srcOrd="3" destOrd="0" presId="urn:microsoft.com/office/officeart/2008/layout/AlternatingHexagons"/>
    <dgm:cxn modelId="{9E20F809-E809-4352-9D08-A61760830318}" type="presParOf" srcId="{44D3E5B4-11B1-46AE-9067-BFECC3048C54}" destId="{8C80D3FF-5715-4EFB-9231-0DAB5CCF9A07}" srcOrd="4" destOrd="0" presId="urn:microsoft.com/office/officeart/2008/layout/AlternatingHexagons"/>
    <dgm:cxn modelId="{B745EB97-EBA7-425C-B8D2-282D66D38C98}" type="presParOf" srcId="{8C80D3FF-5715-4EFB-9231-0DAB5CCF9A07}" destId="{EFB689C0-306E-47E0-A3BD-735004220698}" srcOrd="0" destOrd="0" presId="urn:microsoft.com/office/officeart/2008/layout/AlternatingHexagons"/>
    <dgm:cxn modelId="{FC3AE487-6457-4541-A494-E32C1A30DC71}" type="presParOf" srcId="{8C80D3FF-5715-4EFB-9231-0DAB5CCF9A07}" destId="{7A0545C5-7C61-4437-90FB-22E2E95D72A6}" srcOrd="1" destOrd="0" presId="urn:microsoft.com/office/officeart/2008/layout/AlternatingHexagons"/>
    <dgm:cxn modelId="{28B7A06A-AD42-40D7-81EE-5F415008B6F3}" type="presParOf" srcId="{8C80D3FF-5715-4EFB-9231-0DAB5CCF9A07}" destId="{3F1BA88D-5B0D-436B-AFD2-E3E7396CBE6D}" srcOrd="2" destOrd="0" presId="urn:microsoft.com/office/officeart/2008/layout/AlternatingHexagons"/>
    <dgm:cxn modelId="{B6FCC5C6-AFB0-4121-A06D-7746CF074518}" type="presParOf" srcId="{8C80D3FF-5715-4EFB-9231-0DAB5CCF9A07}" destId="{3FFDACAA-4867-42C4-806D-256309257C02}" srcOrd="3" destOrd="0" presId="urn:microsoft.com/office/officeart/2008/layout/AlternatingHexagons"/>
    <dgm:cxn modelId="{4A0764FF-6F94-481B-9A3E-14627357C972}" type="presParOf" srcId="{8C80D3FF-5715-4EFB-9231-0DAB5CCF9A07}" destId="{8B20D8D4-4D52-4EDF-A1CF-B8D2E68EFB1F}" srcOrd="4" destOrd="0" presId="urn:microsoft.com/office/officeart/2008/layout/AlternatingHexagon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FCEB18E-2C6D-413A-9B65-53D65F78B872}">
      <dsp:nvSpPr>
        <dsp:cNvPr id="0" name=""/>
        <dsp:cNvSpPr/>
      </dsp:nvSpPr>
      <dsp:spPr>
        <a:xfrm rot="5400000">
          <a:off x="3506806" y="130656"/>
          <a:ext cx="2008628" cy="1747506"/>
        </a:xfrm>
        <a:prstGeom prst="hexagon">
          <a:avLst>
            <a:gd name="adj" fmla="val 2500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p3d extrusionH="190500" prstMaterial="matt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lvl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6500" kern="1200" dirty="0" smtClean="0"/>
            <a:t>2</a:t>
          </a:r>
          <a:endParaRPr lang="ru-RU" sz="6500" kern="1200" dirty="0"/>
        </a:p>
      </dsp:txBody>
      <dsp:txXfrm rot="-5400000">
        <a:off x="3909687" y="313106"/>
        <a:ext cx="1202866" cy="1382606"/>
      </dsp:txXfrm>
    </dsp:sp>
    <dsp:sp modelId="{BC553BC9-8AEC-4881-AA72-2972848845DD}">
      <dsp:nvSpPr>
        <dsp:cNvPr id="0" name=""/>
        <dsp:cNvSpPr/>
      </dsp:nvSpPr>
      <dsp:spPr>
        <a:xfrm>
          <a:off x="5437901" y="401821"/>
          <a:ext cx="2241629" cy="12051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lvl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600" kern="1200" dirty="0" smtClean="0"/>
            <a:t>4</a:t>
          </a:r>
          <a:endParaRPr lang="ru-RU" sz="3600" kern="1200" dirty="0"/>
        </a:p>
      </dsp:txBody>
      <dsp:txXfrm>
        <a:off x="5437901" y="401821"/>
        <a:ext cx="2241629" cy="1205177"/>
      </dsp:txXfrm>
    </dsp:sp>
    <dsp:sp modelId="{3129FB08-2329-458A-B2C1-1534201B2B0A}">
      <dsp:nvSpPr>
        <dsp:cNvPr id="0" name=""/>
        <dsp:cNvSpPr/>
      </dsp:nvSpPr>
      <dsp:spPr>
        <a:xfrm rot="5400000">
          <a:off x="1619499" y="130656"/>
          <a:ext cx="2008628" cy="1747506"/>
        </a:xfrm>
        <a:prstGeom prst="hexagon">
          <a:avLst>
            <a:gd name="adj" fmla="val 2500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p3d extrusionH="190500" prstMaterial="matt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ru-RU" sz="3600" kern="1200"/>
        </a:p>
      </dsp:txBody>
      <dsp:txXfrm rot="-5400000">
        <a:off x="2022380" y="313106"/>
        <a:ext cx="1202866" cy="1382606"/>
      </dsp:txXfrm>
    </dsp:sp>
    <dsp:sp modelId="{5AAEAB00-D831-41A2-96E2-E272D085D0FE}">
      <dsp:nvSpPr>
        <dsp:cNvPr id="0" name=""/>
        <dsp:cNvSpPr/>
      </dsp:nvSpPr>
      <dsp:spPr>
        <a:xfrm rot="5400000">
          <a:off x="2559537" y="1835580"/>
          <a:ext cx="2008628" cy="1747506"/>
        </a:xfrm>
        <a:prstGeom prst="hexagon">
          <a:avLst>
            <a:gd name="adj" fmla="val 2500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p3d extrusionH="190500" prstMaterial="matt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lvl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6500" kern="1200" dirty="0" smtClean="0"/>
            <a:t>1</a:t>
          </a:r>
          <a:endParaRPr lang="ru-RU" sz="6500" kern="1200" dirty="0"/>
        </a:p>
      </dsp:txBody>
      <dsp:txXfrm rot="-5400000">
        <a:off x="2962418" y="2018030"/>
        <a:ext cx="1202866" cy="1382606"/>
      </dsp:txXfrm>
    </dsp:sp>
    <dsp:sp modelId="{F8A925CE-AA51-42E5-8B71-6B0D0CEE4192}">
      <dsp:nvSpPr>
        <dsp:cNvPr id="0" name=""/>
        <dsp:cNvSpPr/>
      </dsp:nvSpPr>
      <dsp:spPr>
        <a:xfrm>
          <a:off x="448468" y="2106744"/>
          <a:ext cx="2169318" cy="12051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lvl="0" algn="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600" kern="1200" smtClean="0"/>
            <a:t>6</a:t>
          </a:r>
          <a:endParaRPr lang="ru-RU" sz="3600" kern="1200"/>
        </a:p>
      </dsp:txBody>
      <dsp:txXfrm>
        <a:off x="448468" y="2106744"/>
        <a:ext cx="2169318" cy="1205177"/>
      </dsp:txXfrm>
    </dsp:sp>
    <dsp:sp modelId="{FA2A4A68-D037-4B3E-BC5E-79435C9EA467}">
      <dsp:nvSpPr>
        <dsp:cNvPr id="0" name=""/>
        <dsp:cNvSpPr/>
      </dsp:nvSpPr>
      <dsp:spPr>
        <a:xfrm rot="5400000">
          <a:off x="4446844" y="1835580"/>
          <a:ext cx="2008628" cy="1747506"/>
        </a:xfrm>
        <a:prstGeom prst="hexagon">
          <a:avLst>
            <a:gd name="adj" fmla="val 2500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p3d extrusionH="190500" prstMaterial="matt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ru-RU" sz="3600" kern="1200"/>
        </a:p>
      </dsp:txBody>
      <dsp:txXfrm rot="-5400000">
        <a:off x="4849725" y="2018030"/>
        <a:ext cx="1202866" cy="1382606"/>
      </dsp:txXfrm>
    </dsp:sp>
    <dsp:sp modelId="{EFB689C0-306E-47E0-A3BD-735004220698}">
      <dsp:nvSpPr>
        <dsp:cNvPr id="0" name=""/>
        <dsp:cNvSpPr/>
      </dsp:nvSpPr>
      <dsp:spPr>
        <a:xfrm rot="5400000">
          <a:off x="3506806" y="3540503"/>
          <a:ext cx="2008628" cy="1747506"/>
        </a:xfrm>
        <a:prstGeom prst="hexagon">
          <a:avLst>
            <a:gd name="adj" fmla="val 2500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p3d extrusionH="190500" prstMaterial="matt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lvl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6500" kern="1200" dirty="0" smtClean="0"/>
            <a:t>3</a:t>
          </a:r>
          <a:endParaRPr lang="ru-RU" sz="6500" kern="1200" dirty="0"/>
        </a:p>
      </dsp:txBody>
      <dsp:txXfrm rot="-5400000">
        <a:off x="3909687" y="3722953"/>
        <a:ext cx="1202866" cy="1382606"/>
      </dsp:txXfrm>
    </dsp:sp>
    <dsp:sp modelId="{7A0545C5-7C61-4437-90FB-22E2E95D72A6}">
      <dsp:nvSpPr>
        <dsp:cNvPr id="0" name=""/>
        <dsp:cNvSpPr/>
      </dsp:nvSpPr>
      <dsp:spPr>
        <a:xfrm>
          <a:off x="5437901" y="3811668"/>
          <a:ext cx="2241629" cy="12051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lvl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600" kern="1200" dirty="0" smtClean="0"/>
            <a:t>5</a:t>
          </a:r>
          <a:endParaRPr lang="ru-RU" sz="3600" kern="1200" dirty="0"/>
        </a:p>
      </dsp:txBody>
      <dsp:txXfrm>
        <a:off x="5437901" y="3811668"/>
        <a:ext cx="2241629" cy="1205177"/>
      </dsp:txXfrm>
    </dsp:sp>
    <dsp:sp modelId="{8B20D8D4-4D52-4EDF-A1CF-B8D2E68EFB1F}">
      <dsp:nvSpPr>
        <dsp:cNvPr id="0" name=""/>
        <dsp:cNvSpPr/>
      </dsp:nvSpPr>
      <dsp:spPr>
        <a:xfrm rot="5400000">
          <a:off x="1619499" y="3540503"/>
          <a:ext cx="2008628" cy="1747506"/>
        </a:xfrm>
        <a:prstGeom prst="hexagon">
          <a:avLst>
            <a:gd name="adj" fmla="val 2500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p3d extrusionH="190500" prstMaterial="matt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ru-RU" sz="3600" kern="1200"/>
        </a:p>
      </dsp:txBody>
      <dsp:txXfrm rot="-5400000">
        <a:off x="2022380" y="3722953"/>
        <a:ext cx="1202866" cy="138260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AlternatingHexagons">
  <dgm:title val=""/>
  <dgm:desc val=""/>
  <dgm:catLst>
    <dgm:cat type="list" pri="1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1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Name0">
    <dgm:varLst>
      <dgm:chMax/>
      <dgm:chPref/>
      <dgm:dir/>
      <dgm:animLvl val="lvl"/>
    </dgm:varLst>
    <dgm:alg type="lin">
      <dgm:param type="linDir" val="fromT"/>
    </dgm:alg>
    <dgm:shape xmlns:r="http://schemas.openxmlformats.org/officeDocument/2006/relationships" r:blip="">
      <dgm:adjLst/>
    </dgm:shape>
    <dgm:constrLst>
      <dgm:constr type="primFontSz" for="des" forName="Parent1" val="65"/>
      <dgm:constr type="primFontSz" for="des" forName="Childtext1" refType="primFontSz" refFor="des" refForName="Parent1" op="lte"/>
      <dgm:constr type="w" for="ch" forName="composite" refType="w"/>
      <dgm:constr type="h" for="ch" forName="composite" refType="h"/>
      <dgm:constr type="h" for="ch" forName="spaceBetweenRectangles" refType="w" refFor="ch" refForName="composite" fact="-0.042"/>
      <dgm:constr type="sp" refType="h" refFor="ch" refForName="composite" op="equ" fact="0.1"/>
    </dgm:constrLst>
    <dgm:forEach name="nodesForEach" axis="ch" ptType="node">
      <dgm:layoutNode name="composite">
        <dgm:alg type="composite">
          <dgm:param type="ar" val="3.6"/>
        </dgm:alg>
        <dgm:shape xmlns:r="http://schemas.openxmlformats.org/officeDocument/2006/relationships" r:blip="">
          <dgm:adjLst/>
        </dgm:shape>
        <dgm:choose name="Name1">
          <dgm:if name="Name2" func="var" arg="dir" op="equ" val="norm">
            <dgm:choose name="Name3">
              <dgm:if name="Name4" axis="self" ptType="node" func="posOdd" op="equ" val="1">
                <dgm:constrLst>
                  <dgm:constr type="l" for="ch" forName="Accent1" refType="w" fact="0.18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18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44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.69"/>
                  <dgm:constr type="t" for="ch" forName="Childtext1" refType="h" fact="0.2"/>
                  <dgm:constr type="w" for="ch" forName="Childtext1" refType="w" fact="0.31"/>
                  <dgm:constr type="h" for="ch" forName="Childtext1" refType="h" fact="0.6"/>
                  <dgm:constr type="l" for="ch" forName="BalanceSpacing" refType="w" fact="0"/>
                  <dgm:constr type="t" for="ch" forName="BalanceSpacing" refType="h" fact="0"/>
                  <dgm:constr type="w" for="ch" forName="BalanceSpacing" refType="w"/>
                  <dgm:constr type="h" for="ch" forName="BalanceSpacing" refType="h" fact="0.1"/>
                  <dgm:constr type="l" for="ch" forName="BalanceSpacing1" refType="w" fact="0.69"/>
                  <dgm:constr type="t" for="ch" forName="BalanceSpacing1" refType="h" fact="0.2"/>
                  <dgm:constr type="w" for="ch" forName="BalanceSpacing1" refType="w" fact="0.31"/>
                  <dgm:constr type="h" for="ch" forName="BalanceSpacing1" refType="h" fact="0.6"/>
                </dgm:constrLst>
              </dgm:if>
              <dgm:else name="Name5">
                <dgm:constrLst>
                  <dgm:constr type="l" for="ch" forName="Accent1" refType="w" fact="0.571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571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3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"/>
                  <dgm:constr type="t" for="ch" forName="Childtext1" refType="h" fact="0.2"/>
                  <dgm:constr type="w" for="ch" forName="Childtext1" refType="w" fact="0.3"/>
                  <dgm:constr type="h" for="ch" forName="Childtext1" refType="h" fact="0.6"/>
                  <dgm:constr type="l" for="ch" forName="BalanceSpacing" refType="w" fact="0.82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  <dgm:constr type="l" for="ch" forName="BalanceSpacing1" refType="w" fact="0"/>
                  <dgm:constr type="t" for="ch" forName="BalanceSpacing1" refType="h" fact="0.2"/>
                  <dgm:constr type="w" for="ch" forName="BalanceSpacing1" refType="w" fact="0.3"/>
                  <dgm:constr type="h" for="ch" forName="BalanceSpacing1" refType="h" fact="0.6"/>
                </dgm:constrLst>
              </dgm:else>
            </dgm:choose>
          </dgm:if>
          <dgm:else name="Name6">
            <dgm:choose name="Name7">
              <dgm:if name="Name8" axis="self" ptType="node" func="posOdd" op="equ" val="1">
                <dgm:constrLst>
                  <dgm:constr type="l" for="ch" forName="Accent1" refType="w" fact="0.571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571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3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"/>
                  <dgm:constr type="t" for="ch" forName="Childtext1" refType="h" fact="0.2"/>
                  <dgm:constr type="w" for="ch" forName="Childtext1" refType="w" fact="0.3"/>
                  <dgm:constr type="h" for="ch" forName="Childtext1" refType="h" fact="0.6"/>
                  <dgm:constr type="l" for="ch" forName="BalanceSpacing" refType="w" fact="0.82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</dgm:constrLst>
              </dgm:if>
              <dgm:else name="Name9">
                <dgm:constrLst>
                  <dgm:constr type="l" for="ch" forName="Accent1" refType="w" fact="0.18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18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44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.69"/>
                  <dgm:constr type="t" for="ch" forName="Childtext1" refType="h" fact="0.2"/>
                  <dgm:constr type="w" for="ch" forName="Childtext1" refType="w" fact="0.31"/>
                  <dgm:constr type="h" for="ch" forName="Childtext1" refType="h" fact="0.6"/>
                  <dgm:constr type="l" for="ch" forName="BalanceSpacing" refType="w" fact="0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</dgm:constrLst>
              </dgm:else>
            </dgm:choose>
          </dgm:else>
        </dgm:choose>
        <dgm:layoutNode name="Parent1" styleLbl="node1">
          <dgm:varLst>
            <dgm:chMax val="1"/>
            <dgm:chPref val="1"/>
            <dgm:bulletEnabled val="1"/>
          </dgm:varLst>
          <dgm:alg type="tx"/>
          <dgm:shape xmlns:r="http://schemas.openxmlformats.org/officeDocument/2006/relationships" rot="90" type="hexagon" r:blip="">
            <dgm:adjLst>
              <dgm:adj idx="1" val="0.25"/>
              <dgm:adj idx="2" val="1.1547"/>
            </dgm:adjLst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hildtext1" styleLbl="revTx">
          <dgm:varLst>
            <dgm:chMax val="0"/>
            <dgm:chPref val="0"/>
            <dgm:bulletEnabled val="1"/>
          </dgm:varLst>
          <dgm:choose name="Name10">
            <dgm:if name="Name11" func="var" arg="dir" op="equ" val="norm">
              <dgm:choose name="Name12">
                <dgm:if name="Name13" axis="self" ptType="node" func="posOdd" op="equ" val="1">
                  <dgm:alg type="tx">
                    <dgm:param type="parTxLTRAlign" val="l"/>
                  </dgm:alg>
                </dgm:if>
                <dgm:else name="Name14">
                  <dgm:alg type="tx">
                    <dgm:param type="parTxLTRAlign" val="r"/>
                  </dgm:alg>
                </dgm:else>
              </dgm:choose>
            </dgm:if>
            <dgm:else name="Name15">
              <dgm:choose name="Name16">
                <dgm:if name="Name17" axis="self" ptType="node" func="posOdd" op="equ" val="1">
                  <dgm:alg type="tx">
                    <dgm:param type="parTxLTRAlign" val="r"/>
                  </dgm:alg>
                </dgm:if>
                <dgm:else name="Name18">
                  <dgm:alg type="tx">
                    <dgm:param type="parTxLTRAlign" val="l"/>
                  </dgm:alg>
                </dgm:else>
              </dgm:choose>
            </dgm:else>
          </dgm:choose>
          <dgm:shape xmlns:r="http://schemas.openxmlformats.org/officeDocument/2006/relationships" type="rect" r:blip="">
            <dgm:adjLst/>
          </dgm:shape>
          <dgm:presOf axis="des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BalanceSpacing">
          <dgm:alg type="sp"/>
          <dgm:shape xmlns:r="http://schemas.openxmlformats.org/officeDocument/2006/relationships" r:blip="">
            <dgm:adjLst/>
          </dgm:shape>
        </dgm:layoutNode>
        <dgm:layoutNode name="BalanceSpacing1">
          <dgm:alg type="sp"/>
          <dgm:shape xmlns:r="http://schemas.openxmlformats.org/officeDocument/2006/relationships" r:blip="">
            <dgm:adjLst/>
          </dgm:shape>
        </dgm:layoutNode>
        <dgm:forEach name="Name19" axis="followSib" ptType="sibTrans" hideLastTrans="0" cnt="1">
          <dgm:layoutNode name="Accent1Text" styleLbl="node1">
            <dgm:alg type="tx"/>
            <dgm:shape xmlns:r="http://schemas.openxmlformats.org/officeDocument/2006/relationships" rot="90" type="hexagon" r:blip="">
              <dgm:adjLst>
                <dgm:adj idx="1" val="0.25"/>
                <dgm:adj idx="2" val="1.1547"/>
              </dgm:adjLst>
            </dgm:shape>
            <dgm:presOf axis="self" ptType="sibTrans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forEach>
      </dgm:layoutNode>
      <dgm:forEach name="Name2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9/2/quickstyle/3d8">
  <dgm:title val=""/>
  <dgm:desc val=""/>
  <dgm:catLst>
    <dgm:cat type="3D" pri="11800"/>
  </dgm:catLst>
  <dgm:scene3d>
    <a:camera prst="perspectiveHeroicExtremeRightFacing" zoom="82000">
      <a:rot lat="21300000" lon="20400000" rev="180000"/>
    </a:camera>
    <a:lightRig rig="morning" dir="t">
      <a:rot lat="0" lon="0" rev="20400000"/>
    </a:lightRig>
  </dgm:scene3d>
  <dgm:styleLbl name="node0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30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600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 z="635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 z="-1520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52400" extrusionH="63500" prstMaterial="matte">
      <a:bevelT w="4445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190500" prstMaterial="matte">
      <a:bevelT w="120650" h="38100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52400" extrusionH="63500" prstMaterial="matte">
      <a:bevelT w="4445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52400" extrusionH="63500" prstMaterial="matte">
      <a:bevelT w="4445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52400" extrusionH="63500" prstMaterial="matte">
      <a:bevelT w="4445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52400" extrusionH="63500" prstMaterial="matte">
      <a:bevelT w="4445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Shape 1059"/>
          <p:cNvSpPr>
            <a:spLocks noGrp="1" noChangeArrowheads="1"/>
          </p:cNvSpPr>
          <p:nvPr userDrawn="1"/>
        </p:nvSpPr>
        <p:spPr bwMode="auto">
          <a:xfrm>
            <a:off x="2396066" y="5431469"/>
            <a:ext cx="5452533" cy="9872867"/>
          </a:xfrm>
          <a:custGeom>
            <a:avLst/>
            <a:gdLst/>
            <a:ahLst/>
            <a:cxnLst/>
            <a:rect l="l" t="t" r="r" b="b"/>
            <a:pathLst>
              <a:path w="43200" h="43200" stroke="0" extrusionOk="0">
                <a:moveTo>
                  <a:pt x="22112" y="3116"/>
                </a:moveTo>
                <a:lnTo>
                  <a:pt x="22112" y="3116"/>
                </a:lnTo>
                <a:cubicBezTo>
                  <a:pt x="22112" y="3116"/>
                  <a:pt x="27356" y="0"/>
                  <a:pt x="30300" y="4263"/>
                </a:cubicBezTo>
                <a:lnTo>
                  <a:pt x="30300" y="4263"/>
                </a:lnTo>
                <a:cubicBezTo>
                  <a:pt x="33277" y="8577"/>
                  <a:pt x="36666" y="13779"/>
                  <a:pt x="39369" y="17410"/>
                </a:cubicBezTo>
                <a:lnTo>
                  <a:pt x="39369" y="17410"/>
                </a:lnTo>
                <a:cubicBezTo>
                  <a:pt x="41761" y="20624"/>
                  <a:pt x="43200" y="22708"/>
                  <a:pt x="40979" y="26940"/>
                </a:cubicBezTo>
                <a:lnTo>
                  <a:pt x="40979" y="26940"/>
                </a:lnTo>
                <a:cubicBezTo>
                  <a:pt x="39655" y="29461"/>
                  <a:pt x="35076" y="35072"/>
                  <a:pt x="32639" y="38623"/>
                </a:cubicBezTo>
                <a:lnTo>
                  <a:pt x="32639" y="38623"/>
                </a:lnTo>
                <a:cubicBezTo>
                  <a:pt x="30200" y="42175"/>
                  <a:pt x="26202" y="43200"/>
                  <a:pt x="23268" y="42185"/>
                </a:cubicBezTo>
                <a:lnTo>
                  <a:pt x="23268" y="42185"/>
                </a:lnTo>
                <a:cubicBezTo>
                  <a:pt x="20331" y="41168"/>
                  <a:pt x="11584" y="38623"/>
                  <a:pt x="6213" y="36974"/>
                </a:cubicBezTo>
                <a:lnTo>
                  <a:pt x="6213" y="36974"/>
                </a:lnTo>
                <a:cubicBezTo>
                  <a:pt x="1431" y="35502"/>
                  <a:pt x="0" y="32900"/>
                  <a:pt x="214" y="31157"/>
                </a:cubicBezTo>
                <a:lnTo>
                  <a:pt x="214" y="31157"/>
                </a:lnTo>
                <a:cubicBezTo>
                  <a:pt x="760" y="26703"/>
                  <a:pt x="1113" y="19920"/>
                  <a:pt x="1214" y="16042"/>
                </a:cubicBezTo>
                <a:lnTo>
                  <a:pt x="1214" y="16042"/>
                </a:lnTo>
                <a:cubicBezTo>
                  <a:pt x="1303" y="12626"/>
                  <a:pt x="4203" y="11313"/>
                  <a:pt x="6907" y="9989"/>
                </a:cubicBezTo>
                <a:lnTo>
                  <a:pt x="6907" y="9989"/>
                </a:lnTo>
                <a:cubicBezTo>
                  <a:pt x="9245" y="8843"/>
                  <a:pt x="19774" y="4261"/>
                  <a:pt x="22112" y="3116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5" name="Shape 1060"/>
          <p:cNvSpPr>
            <a:spLocks noGrp="1" noChangeArrowheads="1"/>
          </p:cNvSpPr>
          <p:nvPr userDrawn="1"/>
        </p:nvSpPr>
        <p:spPr bwMode="auto">
          <a:xfrm>
            <a:off x="1309514" y="4361089"/>
            <a:ext cx="4011787" cy="3115437"/>
          </a:xfrm>
          <a:custGeom>
            <a:avLst/>
            <a:gdLst/>
            <a:ahLst/>
            <a:cxnLst/>
            <a:rect l="l" t="t" r="r" b="b"/>
            <a:pathLst>
              <a:path w="43200" h="43200" stroke="0" extrusionOk="0">
                <a:moveTo>
                  <a:pt x="40162" y="13104"/>
                </a:moveTo>
                <a:lnTo>
                  <a:pt x="40162" y="13104"/>
                </a:lnTo>
                <a:cubicBezTo>
                  <a:pt x="36799" y="16736"/>
                  <a:pt x="26204" y="28154"/>
                  <a:pt x="22676" y="31251"/>
                </a:cubicBezTo>
                <a:lnTo>
                  <a:pt x="22676" y="31251"/>
                </a:lnTo>
                <a:cubicBezTo>
                  <a:pt x="18513" y="34899"/>
                  <a:pt x="15093" y="37527"/>
                  <a:pt x="13136" y="38511"/>
                </a:cubicBezTo>
                <a:lnTo>
                  <a:pt x="13136" y="38511"/>
                </a:lnTo>
                <a:cubicBezTo>
                  <a:pt x="10861" y="39650"/>
                  <a:pt x="0" y="43200"/>
                  <a:pt x="422" y="38511"/>
                </a:cubicBezTo>
                <a:lnTo>
                  <a:pt x="422" y="38511"/>
                </a:lnTo>
                <a:cubicBezTo>
                  <a:pt x="750" y="34836"/>
                  <a:pt x="12785" y="17028"/>
                  <a:pt x="15584" y="14358"/>
                </a:cubicBezTo>
                <a:lnTo>
                  <a:pt x="15584" y="14358"/>
                </a:lnTo>
                <a:cubicBezTo>
                  <a:pt x="18382" y="11693"/>
                  <a:pt x="34508" y="0"/>
                  <a:pt x="36286" y="2133"/>
                </a:cubicBezTo>
                <a:lnTo>
                  <a:pt x="36286" y="2133"/>
                </a:lnTo>
                <a:cubicBezTo>
                  <a:pt x="38064" y="4272"/>
                  <a:pt x="43200" y="9825"/>
                  <a:pt x="40162" y="13104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6" name="Shape 1061"/>
          <p:cNvSpPr>
            <a:spLocks noGrp="1" noChangeArrowheads="1"/>
          </p:cNvSpPr>
          <p:nvPr userDrawn="1"/>
        </p:nvSpPr>
        <p:spPr bwMode="auto">
          <a:xfrm>
            <a:off x="6567030" y="10972760"/>
            <a:ext cx="5395523" cy="5289974"/>
          </a:xfrm>
          <a:custGeom>
            <a:avLst/>
            <a:gdLst/>
            <a:ahLst/>
            <a:cxnLst/>
            <a:rect l="l" t="t" r="r" b="b"/>
            <a:pathLst>
              <a:path w="43200" h="43200" stroke="0" extrusionOk="0">
                <a:moveTo>
                  <a:pt x="43200" y="43200"/>
                </a:moveTo>
                <a:lnTo>
                  <a:pt x="43200" y="43200"/>
                </a:lnTo>
                <a:cubicBezTo>
                  <a:pt x="42680" y="32337"/>
                  <a:pt x="42264" y="24810"/>
                  <a:pt x="41982" y="22533"/>
                </a:cubicBezTo>
                <a:lnTo>
                  <a:pt x="41982" y="22533"/>
                </a:lnTo>
                <a:cubicBezTo>
                  <a:pt x="41353" y="17445"/>
                  <a:pt x="31020" y="10782"/>
                  <a:pt x="25434" y="7567"/>
                </a:cubicBezTo>
                <a:lnTo>
                  <a:pt x="25434" y="7567"/>
                </a:lnTo>
                <a:cubicBezTo>
                  <a:pt x="20461" y="4707"/>
                  <a:pt x="15752" y="0"/>
                  <a:pt x="10688" y="12771"/>
                </a:cubicBezTo>
                <a:lnTo>
                  <a:pt x="10688" y="12771"/>
                </a:lnTo>
                <a:cubicBezTo>
                  <a:pt x="5409" y="26085"/>
                  <a:pt x="2329" y="33891"/>
                  <a:pt x="451" y="39632"/>
                </a:cubicBezTo>
                <a:lnTo>
                  <a:pt x="451" y="39632"/>
                </a:lnTo>
                <a:cubicBezTo>
                  <a:pt x="180" y="40459"/>
                  <a:pt x="44" y="41820"/>
                  <a:pt x="0" y="43200"/>
                </a:cubicBezTo>
                <a:lnTo>
                  <a:pt x="43200" y="432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7" name="Shape 1062"/>
          <p:cNvSpPr>
            <a:spLocks noGrp="1" noChangeArrowheads="1"/>
          </p:cNvSpPr>
          <p:nvPr userDrawn="1"/>
        </p:nvSpPr>
        <p:spPr bwMode="auto">
          <a:xfrm>
            <a:off x="389187" y="14461095"/>
            <a:ext cx="4968521" cy="1801481"/>
          </a:xfrm>
          <a:custGeom>
            <a:avLst/>
            <a:gdLst/>
            <a:ahLst/>
            <a:cxnLst/>
            <a:rect l="l" t="t" r="r" b="b"/>
            <a:pathLst>
              <a:path w="43200" h="43200" stroke="0" extrusionOk="0">
                <a:moveTo>
                  <a:pt x="43200" y="43200"/>
                </a:moveTo>
                <a:lnTo>
                  <a:pt x="43200" y="43200"/>
                </a:lnTo>
                <a:cubicBezTo>
                  <a:pt x="37750" y="34083"/>
                  <a:pt x="28707" y="20178"/>
                  <a:pt x="28707" y="20178"/>
                </a:cubicBezTo>
                <a:lnTo>
                  <a:pt x="28707" y="20178"/>
                </a:lnTo>
                <a:cubicBezTo>
                  <a:pt x="23196" y="11772"/>
                  <a:pt x="17935" y="0"/>
                  <a:pt x="14588" y="1341"/>
                </a:cubicBezTo>
                <a:lnTo>
                  <a:pt x="14588" y="1341"/>
                </a:lnTo>
                <a:cubicBezTo>
                  <a:pt x="11240" y="2673"/>
                  <a:pt x="6350" y="22671"/>
                  <a:pt x="1602" y="37718"/>
                </a:cubicBezTo>
                <a:lnTo>
                  <a:pt x="1602" y="37718"/>
                </a:lnTo>
                <a:cubicBezTo>
                  <a:pt x="1072" y="39393"/>
                  <a:pt x="536" y="41175"/>
                  <a:pt x="0" y="43200"/>
                </a:cubicBezTo>
                <a:lnTo>
                  <a:pt x="43200" y="432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8" name="Shape 1063"/>
          <p:cNvSpPr>
            <a:spLocks noGrp="1" noChangeArrowheads="1"/>
          </p:cNvSpPr>
          <p:nvPr userDrawn="1"/>
        </p:nvSpPr>
        <p:spPr bwMode="auto">
          <a:xfrm>
            <a:off x="0" y="7714847"/>
            <a:ext cx="2099733" cy="7925766"/>
          </a:xfrm>
          <a:custGeom>
            <a:avLst/>
            <a:gdLst/>
            <a:ahLst/>
            <a:cxnLst/>
            <a:rect l="l" t="t" r="r" b="b"/>
            <a:pathLst>
              <a:path w="43200" h="43200" stroke="0" extrusionOk="0">
                <a:moveTo>
                  <a:pt x="0" y="43200"/>
                </a:moveTo>
                <a:lnTo>
                  <a:pt x="0" y="43200"/>
                </a:lnTo>
                <a:cubicBezTo>
                  <a:pt x="10450" y="39319"/>
                  <a:pt x="26476" y="34991"/>
                  <a:pt x="31760" y="32779"/>
                </a:cubicBezTo>
                <a:lnTo>
                  <a:pt x="31760" y="32779"/>
                </a:lnTo>
                <a:cubicBezTo>
                  <a:pt x="38554" y="29929"/>
                  <a:pt x="35982" y="23868"/>
                  <a:pt x="39587" y="11934"/>
                </a:cubicBezTo>
                <a:lnTo>
                  <a:pt x="39587" y="11934"/>
                </a:lnTo>
                <a:cubicBezTo>
                  <a:pt x="43199" y="0"/>
                  <a:pt x="33409" y="2565"/>
                  <a:pt x="25082" y="2041"/>
                </a:cubicBezTo>
                <a:lnTo>
                  <a:pt x="25082" y="2041"/>
                </a:lnTo>
                <a:cubicBezTo>
                  <a:pt x="14497" y="1374"/>
                  <a:pt x="7053" y="4621"/>
                  <a:pt x="0" y="7243"/>
                </a:cubicBezTo>
                <a:lnTo>
                  <a:pt x="0" y="432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9" name="Подзаголовок 2"/>
          <p:cNvSpPr>
            <a:spLocks noGrp="1"/>
          </p:cNvSpPr>
          <p:nvPr>
            <p:ph type="subTitle" idx="1"/>
          </p:nvPr>
        </p:nvSpPr>
        <p:spPr bwMode="auto">
          <a:xfrm>
            <a:off x="4655839" y="6421143"/>
            <a:ext cx="6720745" cy="1706856"/>
          </a:xfrm>
        </p:spPr>
        <p:txBody>
          <a:bodyPr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 lang="ru-RU"/>
              <a:t>Образец подзаголовка</a:t>
            </a:r>
          </a:p>
        </p:txBody>
      </p:sp>
      <p:sp>
        <p:nvSpPr>
          <p:cNvPr id="10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 lang="ru-RU"/>
              <a:t>29.12.2022</a:t>
            </a:fld>
            <a:endParaRPr lang="ru-RU"/>
          </a:p>
        </p:txBody>
      </p:sp>
      <p:sp>
        <p:nvSpPr>
          <p:cNvPr id="11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2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 lang="ru-RU"/>
              <a:t>‹#›</a:t>
            </a:fld>
            <a:endParaRPr lang="ru-RU"/>
          </a:p>
        </p:txBody>
      </p:sp>
      <p:sp>
        <p:nvSpPr>
          <p:cNvPr id="13" name="Заголовок 6"/>
          <p:cNvSpPr>
            <a:spLocks noGrp="1"/>
          </p:cNvSpPr>
          <p:nvPr>
            <p:ph type="title"/>
          </p:nvPr>
        </p:nvSpPr>
        <p:spPr bwMode="auto">
          <a:xfrm>
            <a:off x="4595833" y="4287573"/>
            <a:ext cx="6720745" cy="1706856"/>
          </a:xfrm>
        </p:spPr>
        <p:txBody>
          <a:bodyPr/>
          <a:lstStyle>
            <a:lvl1pPr algn="r">
              <a:defRPr/>
            </a:lvl1pPr>
          </a:lstStyle>
          <a:p>
            <a:pPr>
              <a:defRPr/>
            </a:pPr>
            <a:r>
              <a:rPr lang="ru-RU"/>
              <a:t>Образец заголовка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</a:p>
        </p:txBody>
      </p:sp>
      <p:sp>
        <p:nvSpPr>
          <p:cNvPr id="5" name="Объект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</a:p>
        </p:txBody>
      </p:sp>
      <p:sp>
        <p:nvSpPr>
          <p:cNvPr id="6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 lang="ru-RU"/>
              <a:t>29.12.2022</a:t>
            </a:fld>
            <a:endParaRPr lang="ru-RU"/>
          </a:p>
        </p:txBody>
      </p:sp>
      <p:sp>
        <p:nvSpPr>
          <p:cNvPr id="7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8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>
            <a:spLocks noGrp="1"/>
          </p:cNvSpPr>
          <p:nvPr>
            <p:ph type="title"/>
          </p:nvPr>
        </p:nvSpPr>
        <p:spPr bwMode="auto">
          <a:xfrm>
            <a:off x="963083" y="10445988"/>
            <a:ext cx="10363199" cy="3228621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/>
            </a:pPr>
            <a:r>
              <a:rPr lang="ru-RU"/>
              <a:t>Образец заголовка</a:t>
            </a:r>
          </a:p>
        </p:txBody>
      </p:sp>
      <p:sp>
        <p:nvSpPr>
          <p:cNvPr id="5" name="Текст 2"/>
          <p:cNvSpPr>
            <a:spLocks noGrp="1"/>
          </p:cNvSpPr>
          <p:nvPr>
            <p:ph type="body" idx="1"/>
          </p:nvPr>
        </p:nvSpPr>
        <p:spPr bwMode="auto">
          <a:xfrm>
            <a:off x="963083" y="6889987"/>
            <a:ext cx="10363199" cy="355599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6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 lang="ru-RU"/>
              <a:t>29.12.2022</a:t>
            </a:fld>
            <a:endParaRPr lang="ru-RU"/>
          </a:p>
        </p:txBody>
      </p:sp>
      <p:sp>
        <p:nvSpPr>
          <p:cNvPr id="7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8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</a:p>
        </p:txBody>
      </p:sp>
      <p:sp>
        <p:nvSpPr>
          <p:cNvPr id="5" name="Объект 2"/>
          <p:cNvSpPr>
            <a:spLocks noGrp="1"/>
          </p:cNvSpPr>
          <p:nvPr>
            <p:ph sz="half" idx="1"/>
          </p:nvPr>
        </p:nvSpPr>
        <p:spPr bwMode="auto">
          <a:xfrm>
            <a:off x="609599" y="3793069"/>
            <a:ext cx="5384799" cy="1072820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</a:p>
        </p:txBody>
      </p:sp>
      <p:sp>
        <p:nvSpPr>
          <p:cNvPr id="6" name="Объект 3"/>
          <p:cNvSpPr>
            <a:spLocks noGrp="1"/>
          </p:cNvSpPr>
          <p:nvPr>
            <p:ph sz="half" idx="2"/>
          </p:nvPr>
        </p:nvSpPr>
        <p:spPr bwMode="auto">
          <a:xfrm>
            <a:off x="6197599" y="3793069"/>
            <a:ext cx="5384799" cy="1072820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</a:p>
        </p:txBody>
      </p:sp>
      <p:sp>
        <p:nvSpPr>
          <p:cNvPr id="7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 lang="ru-RU"/>
              <a:t>29.12.2022</a:t>
            </a:fld>
            <a:endParaRPr lang="ru-RU"/>
          </a:p>
        </p:txBody>
      </p:sp>
      <p:sp>
        <p:nvSpPr>
          <p:cNvPr id="8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9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Образец заголовка</a:t>
            </a:r>
          </a:p>
        </p:txBody>
      </p:sp>
      <p:sp>
        <p:nvSpPr>
          <p:cNvPr id="5" name="Текст 2"/>
          <p:cNvSpPr>
            <a:spLocks noGrp="1"/>
          </p:cNvSpPr>
          <p:nvPr>
            <p:ph type="body" idx="1"/>
          </p:nvPr>
        </p:nvSpPr>
        <p:spPr bwMode="auto">
          <a:xfrm>
            <a:off x="609599" y="3638787"/>
            <a:ext cx="5386917" cy="1516474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6" name="Объект 3"/>
          <p:cNvSpPr>
            <a:spLocks noGrp="1"/>
          </p:cNvSpPr>
          <p:nvPr>
            <p:ph sz="half" idx="2"/>
          </p:nvPr>
        </p:nvSpPr>
        <p:spPr bwMode="auto">
          <a:xfrm>
            <a:off x="609599" y="5155258"/>
            <a:ext cx="5386917" cy="936601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</a:p>
        </p:txBody>
      </p:sp>
      <p:sp>
        <p:nvSpPr>
          <p:cNvPr id="7" name="Текст 4"/>
          <p:cNvSpPr>
            <a:spLocks noGrp="1"/>
          </p:cNvSpPr>
          <p:nvPr>
            <p:ph type="body" sz="quarter" idx="3"/>
          </p:nvPr>
        </p:nvSpPr>
        <p:spPr bwMode="auto">
          <a:xfrm>
            <a:off x="6193370" y="3638787"/>
            <a:ext cx="5389033" cy="1516474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8" name="Объект 5"/>
          <p:cNvSpPr>
            <a:spLocks noGrp="1"/>
          </p:cNvSpPr>
          <p:nvPr>
            <p:ph sz="quarter" idx="4"/>
          </p:nvPr>
        </p:nvSpPr>
        <p:spPr bwMode="auto">
          <a:xfrm>
            <a:off x="6193370" y="5155258"/>
            <a:ext cx="5389033" cy="936601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</a:p>
        </p:txBody>
      </p:sp>
      <p:sp>
        <p:nvSpPr>
          <p:cNvPr id="9" name="Дата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 lang="ru-RU"/>
              <a:t>29.12.2022</a:t>
            </a:fld>
            <a:endParaRPr lang="ru-RU"/>
          </a:p>
        </p:txBody>
      </p:sp>
      <p:sp>
        <p:nvSpPr>
          <p:cNvPr id="10" name="Нижний колонтитул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1" name="Номер слайда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</a:p>
        </p:txBody>
      </p:sp>
      <p:sp>
        <p:nvSpPr>
          <p:cNvPr id="5" name="Дата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 lang="ru-RU"/>
              <a:t>29.12.2022</a:t>
            </a:fld>
            <a:endParaRPr lang="ru-RU"/>
          </a:p>
        </p:txBody>
      </p:sp>
      <p:sp>
        <p:nvSpPr>
          <p:cNvPr id="6" name="Нижний колонтитул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Номер слайда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Дата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 lang="ru-RU"/>
              <a:t>29.12.2022</a:t>
            </a:fld>
            <a:endParaRPr lang="ru-RU"/>
          </a:p>
        </p:txBody>
      </p:sp>
      <p:sp>
        <p:nvSpPr>
          <p:cNvPr id="5" name="Нижний колонтитул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>
            <a:spLocks noGrp="1"/>
          </p:cNvSpPr>
          <p:nvPr>
            <p:ph type="title"/>
          </p:nvPr>
        </p:nvSpPr>
        <p:spPr bwMode="auto">
          <a:xfrm>
            <a:off x="609603" y="647227"/>
            <a:ext cx="4011084" cy="2754490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ru-RU"/>
              <a:t>Образец заголовка</a:t>
            </a:r>
          </a:p>
        </p:txBody>
      </p:sp>
      <p:sp>
        <p:nvSpPr>
          <p:cNvPr id="5" name="Объект 2"/>
          <p:cNvSpPr>
            <a:spLocks noGrp="1"/>
          </p:cNvSpPr>
          <p:nvPr>
            <p:ph idx="1"/>
          </p:nvPr>
        </p:nvSpPr>
        <p:spPr bwMode="auto">
          <a:xfrm>
            <a:off x="4766732" y="647233"/>
            <a:ext cx="6815666" cy="1387404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</a:p>
        </p:txBody>
      </p:sp>
      <p:sp>
        <p:nvSpPr>
          <p:cNvPr id="6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609603" y="3401724"/>
            <a:ext cx="4011084" cy="1111955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7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 lang="ru-RU"/>
              <a:t>29.12.2022</a:t>
            </a:fld>
            <a:endParaRPr lang="ru-RU"/>
          </a:p>
        </p:txBody>
      </p:sp>
      <p:sp>
        <p:nvSpPr>
          <p:cNvPr id="8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9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>
            <a:spLocks noGrp="1"/>
          </p:cNvSpPr>
          <p:nvPr>
            <p:ph type="title"/>
          </p:nvPr>
        </p:nvSpPr>
        <p:spPr bwMode="auto">
          <a:xfrm>
            <a:off x="2389717" y="11379202"/>
            <a:ext cx="7315200" cy="1343380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ru-RU"/>
              <a:t>Образец заголовка</a:t>
            </a:r>
          </a:p>
        </p:txBody>
      </p:sp>
      <p:sp>
        <p:nvSpPr>
          <p:cNvPr id="5" name="Рисунок 2"/>
          <p:cNvSpPr>
            <a:spLocks noGrp="1"/>
          </p:cNvSpPr>
          <p:nvPr>
            <p:ph type="pic" idx="1"/>
          </p:nvPr>
        </p:nvSpPr>
        <p:spPr bwMode="auto">
          <a:xfrm>
            <a:off x="2389717" y="1452502"/>
            <a:ext cx="7315200" cy="975359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ru-RU"/>
          </a:p>
        </p:txBody>
      </p:sp>
      <p:sp>
        <p:nvSpPr>
          <p:cNvPr id="6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2389717" y="12722579"/>
            <a:ext cx="7315200" cy="190782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7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 lang="ru-RU"/>
              <a:t>29.12.2022</a:t>
            </a:fld>
            <a:endParaRPr lang="ru-RU"/>
          </a:p>
        </p:txBody>
      </p:sp>
      <p:sp>
        <p:nvSpPr>
          <p:cNvPr id="8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9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</a:p>
        </p:txBody>
      </p:sp>
      <p:sp>
        <p:nvSpPr>
          <p:cNvPr id="5" name="Вертикальный текст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</a:p>
        </p:txBody>
      </p:sp>
      <p:sp>
        <p:nvSpPr>
          <p:cNvPr id="6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 lang="ru-RU"/>
              <a:t>29.12.2022</a:t>
            </a:fld>
            <a:endParaRPr lang="ru-RU"/>
          </a:p>
        </p:txBody>
      </p:sp>
      <p:sp>
        <p:nvSpPr>
          <p:cNvPr id="7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8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Вертикальный заголовок 1"/>
          <p:cNvSpPr>
            <a:spLocks noGrp="1"/>
          </p:cNvSpPr>
          <p:nvPr>
            <p:ph type="title" orient="vert"/>
          </p:nvPr>
        </p:nvSpPr>
        <p:spPr bwMode="auto">
          <a:xfrm>
            <a:off x="8839199" y="650998"/>
            <a:ext cx="2743200" cy="13870280"/>
          </a:xfrm>
        </p:spPr>
        <p:txBody>
          <a:bodyPr vert="eaVert"/>
          <a:lstStyle>
            <a:lvl1pPr algn="ctr">
              <a:defRPr/>
            </a:lvl1pPr>
          </a:lstStyle>
          <a:p>
            <a:pPr>
              <a:defRPr/>
            </a:pPr>
            <a:r>
              <a:rPr lang="ru-RU"/>
              <a:t>Образец заголовка</a:t>
            </a:r>
          </a:p>
        </p:txBody>
      </p:sp>
      <p:sp>
        <p:nvSpPr>
          <p:cNvPr id="5" name="Вертикальный текст 2"/>
          <p:cNvSpPr>
            <a:spLocks noGrp="1"/>
          </p:cNvSpPr>
          <p:nvPr>
            <p:ph type="body" orient="vert" idx="1"/>
          </p:nvPr>
        </p:nvSpPr>
        <p:spPr bwMode="auto">
          <a:xfrm>
            <a:off x="609599" y="650998"/>
            <a:ext cx="8026399" cy="13870280"/>
          </a:xfrm>
        </p:spPr>
        <p:txBody>
          <a:bodyPr vert="eaVert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</a:p>
        </p:txBody>
      </p:sp>
      <p:sp>
        <p:nvSpPr>
          <p:cNvPr id="6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 lang="ru-RU"/>
              <a:t>29.12.2022</a:t>
            </a:fld>
            <a:endParaRPr lang="ru-RU"/>
          </a:p>
        </p:txBody>
      </p:sp>
      <p:sp>
        <p:nvSpPr>
          <p:cNvPr id="7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8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Shape 1059"/>
          <p:cNvSpPr>
            <a:spLocks noGrp="1" noChangeArrowheads="1"/>
          </p:cNvSpPr>
          <p:nvPr userDrawn="1"/>
        </p:nvSpPr>
        <p:spPr bwMode="auto">
          <a:xfrm>
            <a:off x="4976706" y="6"/>
            <a:ext cx="3058159" cy="2118614"/>
          </a:xfrm>
          <a:custGeom>
            <a:avLst/>
            <a:gdLst/>
            <a:ahLst/>
            <a:cxnLst/>
            <a:rect l="l" t="t" r="r" b="b"/>
            <a:pathLst>
              <a:path w="43200" h="43200" stroke="0" extrusionOk="0">
                <a:moveTo>
                  <a:pt x="0" y="0"/>
                </a:moveTo>
                <a:lnTo>
                  <a:pt x="0" y="0"/>
                </a:lnTo>
                <a:cubicBezTo>
                  <a:pt x="1690" y="6213"/>
                  <a:pt x="3698" y="13338"/>
                  <a:pt x="6091" y="21902"/>
                </a:cubicBezTo>
                <a:lnTo>
                  <a:pt x="6091" y="21902"/>
                </a:lnTo>
                <a:cubicBezTo>
                  <a:pt x="12043" y="43199"/>
                  <a:pt x="17573" y="35347"/>
                  <a:pt x="23417" y="30579"/>
                </a:cubicBezTo>
                <a:lnTo>
                  <a:pt x="23417" y="30579"/>
                </a:lnTo>
                <a:cubicBezTo>
                  <a:pt x="29984" y="25223"/>
                  <a:pt x="42123" y="14119"/>
                  <a:pt x="42860" y="5640"/>
                </a:cubicBezTo>
                <a:lnTo>
                  <a:pt x="42860" y="5640"/>
                </a:lnTo>
                <a:cubicBezTo>
                  <a:pt x="42960" y="4507"/>
                  <a:pt x="43072" y="2479"/>
                  <a:pt x="43200" y="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5" name="Shape 1060"/>
          <p:cNvSpPr>
            <a:spLocks noGrp="1" noChangeArrowheads="1"/>
          </p:cNvSpPr>
          <p:nvPr userDrawn="1"/>
        </p:nvSpPr>
        <p:spPr bwMode="auto">
          <a:xfrm>
            <a:off x="-24679" y="2"/>
            <a:ext cx="1399539" cy="4260879"/>
          </a:xfrm>
          <a:custGeom>
            <a:avLst/>
            <a:gdLst/>
            <a:ahLst/>
            <a:cxnLst/>
            <a:rect l="l" t="t" r="r" b="b"/>
            <a:pathLst>
              <a:path w="43200" h="43200" stroke="0" extrusionOk="0">
                <a:moveTo>
                  <a:pt x="31743" y="2484"/>
                </a:moveTo>
                <a:lnTo>
                  <a:pt x="31743" y="2484"/>
                </a:lnTo>
                <a:cubicBezTo>
                  <a:pt x="30428" y="1799"/>
                  <a:pt x="28450" y="1080"/>
                  <a:pt x="26054" y="0"/>
                </a:cubicBezTo>
                <a:lnTo>
                  <a:pt x="0" y="0"/>
                </a:lnTo>
                <a:lnTo>
                  <a:pt x="0" y="34200"/>
                </a:lnTo>
                <a:lnTo>
                  <a:pt x="0" y="34200"/>
                </a:lnTo>
                <a:cubicBezTo>
                  <a:pt x="7029" y="37461"/>
                  <a:pt x="14504" y="41491"/>
                  <a:pt x="25070" y="40664"/>
                </a:cubicBezTo>
                <a:lnTo>
                  <a:pt x="25070" y="40664"/>
                </a:lnTo>
                <a:cubicBezTo>
                  <a:pt x="33399" y="40015"/>
                  <a:pt x="43200" y="43200"/>
                  <a:pt x="39593" y="28375"/>
                </a:cubicBezTo>
                <a:lnTo>
                  <a:pt x="39593" y="28375"/>
                </a:lnTo>
                <a:cubicBezTo>
                  <a:pt x="35986" y="13550"/>
                  <a:pt x="38530" y="6023"/>
                  <a:pt x="31743" y="2484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6" name="Shape 1061"/>
          <p:cNvSpPr>
            <a:spLocks noGrp="1" noChangeArrowheads="1"/>
          </p:cNvSpPr>
          <p:nvPr userDrawn="1"/>
        </p:nvSpPr>
        <p:spPr bwMode="auto">
          <a:xfrm>
            <a:off x="1637456" y="2"/>
            <a:ext cx="3839633" cy="6185838"/>
          </a:xfrm>
          <a:custGeom>
            <a:avLst/>
            <a:gdLst/>
            <a:ahLst/>
            <a:cxnLst/>
            <a:rect l="l" t="t" r="r" b="b"/>
            <a:pathLst>
              <a:path w="43200" h="43200" stroke="0" extrusionOk="0">
                <a:moveTo>
                  <a:pt x="32864" y="0"/>
                </a:moveTo>
                <a:lnTo>
                  <a:pt x="10583" y="0"/>
                </a:lnTo>
                <a:lnTo>
                  <a:pt x="10583" y="0"/>
                </a:lnTo>
                <a:cubicBezTo>
                  <a:pt x="9017" y="532"/>
                  <a:pt x="7515" y="1058"/>
                  <a:pt x="6214" y="1509"/>
                </a:cubicBezTo>
                <a:lnTo>
                  <a:pt x="6214" y="1509"/>
                </a:lnTo>
                <a:cubicBezTo>
                  <a:pt x="1428" y="3166"/>
                  <a:pt x="0" y="6109"/>
                  <a:pt x="212" y="8072"/>
                </a:cubicBezTo>
                <a:lnTo>
                  <a:pt x="212" y="8072"/>
                </a:lnTo>
                <a:cubicBezTo>
                  <a:pt x="758" y="13092"/>
                  <a:pt x="1111" y="20742"/>
                  <a:pt x="1212" y="25114"/>
                </a:cubicBezTo>
                <a:lnTo>
                  <a:pt x="1212" y="25114"/>
                </a:lnTo>
                <a:cubicBezTo>
                  <a:pt x="1301" y="28962"/>
                  <a:pt x="4204" y="30446"/>
                  <a:pt x="6906" y="31937"/>
                </a:cubicBezTo>
                <a:lnTo>
                  <a:pt x="6906" y="31937"/>
                </a:lnTo>
                <a:cubicBezTo>
                  <a:pt x="9246" y="33229"/>
                  <a:pt x="19775" y="38395"/>
                  <a:pt x="22112" y="39685"/>
                </a:cubicBezTo>
                <a:lnTo>
                  <a:pt x="22112" y="39685"/>
                </a:lnTo>
                <a:cubicBezTo>
                  <a:pt x="22112" y="39685"/>
                  <a:pt x="27355" y="43200"/>
                  <a:pt x="30298" y="38395"/>
                </a:cubicBezTo>
                <a:lnTo>
                  <a:pt x="30298" y="38395"/>
                </a:lnTo>
                <a:cubicBezTo>
                  <a:pt x="33277" y="33533"/>
                  <a:pt x="36665" y="27667"/>
                  <a:pt x="39367" y="23576"/>
                </a:cubicBezTo>
                <a:lnTo>
                  <a:pt x="39367" y="23576"/>
                </a:lnTo>
                <a:cubicBezTo>
                  <a:pt x="41761" y="19953"/>
                  <a:pt x="43200" y="17587"/>
                  <a:pt x="40977" y="12816"/>
                </a:cubicBezTo>
                <a:lnTo>
                  <a:pt x="40977" y="12816"/>
                </a:lnTo>
                <a:cubicBezTo>
                  <a:pt x="39697" y="10062"/>
                  <a:pt x="35347" y="3936"/>
                  <a:pt x="32864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7" name="Заголовок 1"/>
          <p:cNvSpPr>
            <a:spLocks noGrp="1"/>
          </p:cNvSpPr>
          <p:nvPr>
            <p:ph type="title"/>
          </p:nvPr>
        </p:nvSpPr>
        <p:spPr bwMode="auto">
          <a:xfrm>
            <a:off x="609599" y="650995"/>
            <a:ext cx="10972800" cy="27093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</a:p>
        </p:txBody>
      </p:sp>
      <p:sp>
        <p:nvSpPr>
          <p:cNvPr id="8" name="Текст 2"/>
          <p:cNvSpPr>
            <a:spLocks noGrp="1"/>
          </p:cNvSpPr>
          <p:nvPr>
            <p:ph type="body" idx="1"/>
          </p:nvPr>
        </p:nvSpPr>
        <p:spPr bwMode="auto">
          <a:xfrm>
            <a:off x="609599" y="3793069"/>
            <a:ext cx="10972800" cy="107282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</a:p>
        </p:txBody>
      </p:sp>
      <p:sp>
        <p:nvSpPr>
          <p:cNvPr id="9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609599" y="15066908"/>
            <a:ext cx="2844798" cy="86548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A69D51E0-3758-456B-809F-07B187805C7D}" type="datetimeFigureOut">
              <a:rPr lang="ru-RU"/>
              <a:t>29.12.2022</a:t>
            </a:fld>
            <a:endParaRPr lang="ru-RU"/>
          </a:p>
        </p:txBody>
      </p:sp>
      <p:sp>
        <p:nvSpPr>
          <p:cNvPr id="10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4165599" y="15066908"/>
            <a:ext cx="3860799" cy="86548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1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8737599" y="15066908"/>
            <a:ext cx="2844798" cy="86548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4D3B38E7-149F-4D77-9EEF-9309C2CB69A9}" type="slidenum">
              <a:rPr lang="ru-RU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defTabSz="914400">
        <a:spcBef>
          <a:spcPts val="0"/>
        </a:spcBef>
        <a:buNone/>
        <a:defRPr sz="4400">
          <a:solidFill>
            <a:schemeClr val="tx1">
              <a:lumMod val="65000"/>
              <a:lumOff val="35000"/>
            </a:schemeClr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>
        <a:spcBef>
          <a:spcPts val="0"/>
        </a:spcBef>
        <a:buFont typeface="Arial"/>
        <a:buChar char="•"/>
        <a:defRPr sz="3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914400">
        <a:spcBef>
          <a:spcPts val="0"/>
        </a:spcBef>
        <a:buFont typeface="Arial"/>
        <a:buChar char="–"/>
        <a:defRPr sz="28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>
        <a:spcBef>
          <a:spcPts val="0"/>
        </a:spcBef>
        <a:buFont typeface="Arial"/>
        <a:buChar char="•"/>
        <a:defRPr sz="24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>
        <a:spcBef>
          <a:spcPts val="0"/>
        </a:spcBef>
        <a:buFont typeface="Arial"/>
        <a:buChar char="–"/>
        <a:defRPr sz="20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>
        <a:spcBef>
          <a:spcPts val="0"/>
        </a:spcBef>
        <a:buFont typeface="Arial"/>
        <a:buChar char="»"/>
        <a:defRPr sz="20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599" indent="-228600" algn="l" defTabSz="9144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comments" Target="../comments/comment1.xml"/><Relationship Id="rId3" Type="http://schemas.openxmlformats.org/officeDocument/2006/relationships/chart" Target="../charts/chart1.xml"/><Relationship Id="rId7" Type="http://schemas.openxmlformats.org/officeDocument/2006/relationships/image" Target="../media/image3.png"/><Relationship Id="rId12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11" Type="http://schemas.openxmlformats.org/officeDocument/2006/relationships/image" Target="../media/image7.png"/><Relationship Id="rId5" Type="http://schemas.openxmlformats.org/officeDocument/2006/relationships/chart" Target="../charts/chart3.xml"/><Relationship Id="rId10" Type="http://schemas.openxmlformats.org/officeDocument/2006/relationships/image" Target="../media/image6.png"/><Relationship Id="rId4" Type="http://schemas.openxmlformats.org/officeDocument/2006/relationships/chart" Target="../charts/chart2.xml"/><Relationship Id="rId9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4" name="Группа 120" descr="Кончик карандаша"/>
          <p:cNvGrpSpPr/>
          <p:nvPr/>
        </p:nvGrpSpPr>
        <p:grpSpPr bwMode="auto">
          <a:xfrm>
            <a:off x="5558269" y="720930"/>
            <a:ext cx="1083443" cy="866251"/>
            <a:chOff x="5558269" y="2683245"/>
            <a:chExt cx="1083443" cy="866251"/>
          </a:xfrm>
        </p:grpSpPr>
        <p:sp>
          <p:nvSpPr>
            <p:cNvPr id="5" name="Стрелка: вниз 26"/>
            <p:cNvSpPr/>
            <p:nvPr/>
          </p:nvSpPr>
          <p:spPr bwMode="auto">
            <a:xfrm rot="10800000" flipH="1">
              <a:off x="5558269" y="2683247"/>
              <a:ext cx="1083443" cy="866250"/>
            </a:xfrm>
            <a:prstGeom prst="downArrow">
              <a:avLst>
                <a:gd name="adj1" fmla="val 100000"/>
                <a:gd name="adj2" fmla="val 72228"/>
              </a:avLst>
            </a:prstGeom>
            <a:gradFill>
              <a:gsLst>
                <a:gs pos="0">
                  <a:srgbClr val="F2D9B0"/>
                </a:gs>
                <a:gs pos="31000">
                  <a:srgbClr val="CFBF9D"/>
                </a:gs>
                <a:gs pos="67000">
                  <a:srgbClr val="F2D9B0"/>
                </a:gs>
                <a:gs pos="100000">
                  <a:srgbClr val="CEAA6E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ru-RU"/>
            </a:p>
          </p:txBody>
        </p:sp>
        <p:sp>
          <p:nvSpPr>
            <p:cNvPr id="6" name="Полилиния: фигура 122"/>
            <p:cNvSpPr/>
            <p:nvPr/>
          </p:nvSpPr>
          <p:spPr bwMode="auto">
            <a:xfrm>
              <a:off x="5948483" y="2683245"/>
              <a:ext cx="303016" cy="174988"/>
            </a:xfrm>
            <a:custGeom>
              <a:avLst/>
              <a:gdLst>
                <a:gd name="connsiteX0" fmla="*/ 151508 w 303016"/>
                <a:gd name="connsiteY0" fmla="*/ 0 h 174988"/>
                <a:gd name="connsiteX1" fmla="*/ 303016 w 303016"/>
                <a:gd name="connsiteY1" fmla="*/ 174988 h 174988"/>
                <a:gd name="connsiteX2" fmla="*/ 0 w 303016"/>
                <a:gd name="connsiteY2" fmla="*/ 174988 h 174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3016" h="174988" extrusionOk="0">
                  <a:moveTo>
                    <a:pt x="151508" y="0"/>
                  </a:moveTo>
                  <a:lnTo>
                    <a:pt x="303016" y="174988"/>
                  </a:lnTo>
                  <a:lnTo>
                    <a:pt x="0" y="174988"/>
                  </a:lnTo>
                  <a:close/>
                </a:path>
              </a:pathLst>
            </a:custGeom>
            <a:gradFill>
              <a:gsLst>
                <a:gs pos="0">
                  <a:schemeClr val="tx1"/>
                </a:gs>
                <a:gs pos="100000">
                  <a:schemeClr val="tx1">
                    <a:lumMod val="65000"/>
                    <a:lumOff val="35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defRPr/>
              </a:pPr>
              <a:endParaRPr lang="ru-RU"/>
            </a:p>
          </p:txBody>
        </p:sp>
      </p:grpSp>
      <p:grpSp>
        <p:nvGrpSpPr>
          <p:cNvPr id="7" name="Группа 33" descr="Раздел карандаша"/>
          <p:cNvGrpSpPr/>
          <p:nvPr/>
        </p:nvGrpSpPr>
        <p:grpSpPr bwMode="auto">
          <a:xfrm rot="10800000" flipH="1">
            <a:off x="5559821" y="1228420"/>
            <a:ext cx="1081893" cy="5945311"/>
            <a:chOff x="720000" y="5200650"/>
            <a:chExt cx="1440000" cy="3600000"/>
          </a:xfrm>
        </p:grpSpPr>
        <p:sp>
          <p:nvSpPr>
            <p:cNvPr id="8" name="Стрелка: вниз 21"/>
            <p:cNvSpPr/>
            <p:nvPr/>
          </p:nvSpPr>
          <p:spPr bwMode="auto">
            <a:xfrm>
              <a:off x="720000" y="5200650"/>
              <a:ext cx="360000" cy="3600000"/>
            </a:xfrm>
            <a:prstGeom prst="downArrow">
              <a:avLst>
                <a:gd name="adj1" fmla="val 100000"/>
                <a:gd name="adj2" fmla="val 50000"/>
              </a:avLst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ru-RU"/>
            </a:p>
          </p:txBody>
        </p:sp>
        <p:sp>
          <p:nvSpPr>
            <p:cNvPr id="9" name="Стрелка: вниз 23"/>
            <p:cNvSpPr/>
            <p:nvPr/>
          </p:nvSpPr>
          <p:spPr bwMode="auto">
            <a:xfrm>
              <a:off x="1080000" y="5200650"/>
              <a:ext cx="360000" cy="3600000"/>
            </a:xfrm>
            <a:prstGeom prst="downArrow">
              <a:avLst>
                <a:gd name="adj1" fmla="val 100000"/>
                <a:gd name="adj2" fmla="val 5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ru-RU"/>
            </a:p>
          </p:txBody>
        </p:sp>
        <p:sp>
          <p:nvSpPr>
            <p:cNvPr id="10" name="Стрелка: вниз 24"/>
            <p:cNvSpPr/>
            <p:nvPr/>
          </p:nvSpPr>
          <p:spPr bwMode="auto">
            <a:xfrm>
              <a:off x="1440000" y="5200650"/>
              <a:ext cx="360000" cy="3600000"/>
            </a:xfrm>
            <a:prstGeom prst="downArrow">
              <a:avLst>
                <a:gd name="adj1" fmla="val 100000"/>
                <a:gd name="adj2" fmla="val 50000"/>
              </a:avLst>
            </a:prstGeom>
            <a:solidFill>
              <a:schemeClr val="tx2">
                <a:lumMod val="10000"/>
                <a:lumOff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ru-RU"/>
            </a:p>
          </p:txBody>
        </p:sp>
        <p:sp>
          <p:nvSpPr>
            <p:cNvPr id="11" name="Стрелка: вниз 25"/>
            <p:cNvSpPr/>
            <p:nvPr/>
          </p:nvSpPr>
          <p:spPr bwMode="auto">
            <a:xfrm>
              <a:off x="1800000" y="5200650"/>
              <a:ext cx="360000" cy="3600000"/>
            </a:xfrm>
            <a:prstGeom prst="downArrow">
              <a:avLst>
                <a:gd name="adj1" fmla="val 100000"/>
                <a:gd name="adj2" fmla="val 5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ru-RU"/>
            </a:p>
          </p:txBody>
        </p:sp>
      </p:grpSp>
      <p:grpSp>
        <p:nvGrpSpPr>
          <p:cNvPr id="12" name="Группа 89" descr="Лента карандаша"/>
          <p:cNvGrpSpPr/>
          <p:nvPr/>
        </p:nvGrpSpPr>
        <p:grpSpPr bwMode="auto">
          <a:xfrm>
            <a:off x="5431318" y="3329081"/>
            <a:ext cx="1329075" cy="1709685"/>
            <a:chOff x="5423088" y="5459207"/>
            <a:chExt cx="1329075" cy="1709685"/>
          </a:xfrm>
        </p:grpSpPr>
        <p:sp>
          <p:nvSpPr>
            <p:cNvPr id="13" name="Полилиния: фигура 86"/>
            <p:cNvSpPr/>
            <p:nvPr/>
          </p:nvSpPr>
          <p:spPr bwMode="auto">
            <a:xfrm rot="16199998">
              <a:off x="6174403" y="5918289"/>
              <a:ext cx="1036842" cy="118678"/>
            </a:xfrm>
            <a:custGeom>
              <a:avLst/>
              <a:gdLst>
                <a:gd name="connsiteX0" fmla="*/ 1005567 w 1005567"/>
                <a:gd name="connsiteY0" fmla="*/ 0 h 118678"/>
                <a:gd name="connsiteX1" fmla="*/ 1005567 w 1005567"/>
                <a:gd name="connsiteY1" fmla="*/ 118384 h 118678"/>
                <a:gd name="connsiteX2" fmla="*/ 152953 w 1005567"/>
                <a:gd name="connsiteY2" fmla="*/ 118384 h 118678"/>
                <a:gd name="connsiteX3" fmla="*/ 151765 w 1005567"/>
                <a:gd name="connsiteY3" fmla="*/ 118678 h 118678"/>
                <a:gd name="connsiteX4" fmla="*/ 149847 w 1005567"/>
                <a:gd name="connsiteY4" fmla="*/ 118384 h 118678"/>
                <a:gd name="connsiteX5" fmla="*/ 98080 w 1005567"/>
                <a:gd name="connsiteY5" fmla="*/ 110463 h 118678"/>
                <a:gd name="connsiteX6" fmla="*/ 17770 w 1005567"/>
                <a:gd name="connsiteY6" fmla="*/ 37613 h 118678"/>
                <a:gd name="connsiteX7" fmla="*/ 0 w 1005567"/>
                <a:gd name="connsiteY7" fmla="*/ 0 h 1186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05567" h="118678" extrusionOk="0">
                  <a:moveTo>
                    <a:pt x="1005567" y="0"/>
                  </a:moveTo>
                  <a:lnTo>
                    <a:pt x="1005567" y="118384"/>
                  </a:lnTo>
                  <a:lnTo>
                    <a:pt x="152953" y="118384"/>
                  </a:lnTo>
                  <a:lnTo>
                    <a:pt x="151765" y="118678"/>
                  </a:lnTo>
                  <a:lnTo>
                    <a:pt x="149847" y="118384"/>
                  </a:lnTo>
                  <a:cubicBezTo>
                    <a:pt x="132591" y="115744"/>
                    <a:pt x="139149" y="120250"/>
                    <a:pt x="98080" y="110463"/>
                  </a:cubicBezTo>
                  <a:cubicBezTo>
                    <a:pt x="63948" y="98234"/>
                    <a:pt x="34481" y="72985"/>
                    <a:pt x="17770" y="37613"/>
                  </a:cubicBez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chemeClr val="tx1"/>
                </a:gs>
                <a:gs pos="100000">
                  <a:schemeClr val="tx1">
                    <a:lumMod val="65000"/>
                    <a:lumOff val="35000"/>
                  </a:schemeClr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ru-RU"/>
            </a:p>
          </p:txBody>
        </p:sp>
        <p:sp>
          <p:nvSpPr>
            <p:cNvPr id="14" name="Полилиния: фигура 88"/>
            <p:cNvSpPr/>
            <p:nvPr/>
          </p:nvSpPr>
          <p:spPr bwMode="auto">
            <a:xfrm rot="16199998">
              <a:off x="5393104" y="7011957"/>
              <a:ext cx="186919" cy="126952"/>
            </a:xfrm>
            <a:custGeom>
              <a:avLst/>
              <a:gdLst>
                <a:gd name="connsiteX0" fmla="*/ 186919 w 186919"/>
                <a:gd name="connsiteY0" fmla="*/ 0 h 125314"/>
                <a:gd name="connsiteX1" fmla="*/ 186919 w 186919"/>
                <a:gd name="connsiteY1" fmla="*/ 125314 h 125314"/>
                <a:gd name="connsiteX2" fmla="*/ 0 w 186919"/>
                <a:gd name="connsiteY2" fmla="*/ 125314 h 125314"/>
                <a:gd name="connsiteX3" fmla="*/ 7831 w 186919"/>
                <a:gd name="connsiteY3" fmla="*/ 86525 h 125314"/>
                <a:gd name="connsiteX4" fmla="*/ 138367 w 186919"/>
                <a:gd name="connsiteY4" fmla="*/ 0 h 125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6919" h="125314" extrusionOk="0">
                  <a:moveTo>
                    <a:pt x="186919" y="0"/>
                  </a:moveTo>
                  <a:lnTo>
                    <a:pt x="186919" y="125314"/>
                  </a:lnTo>
                  <a:lnTo>
                    <a:pt x="0" y="125314"/>
                  </a:lnTo>
                  <a:lnTo>
                    <a:pt x="7831" y="86525"/>
                  </a:lnTo>
                  <a:cubicBezTo>
                    <a:pt x="29338" y="35678"/>
                    <a:pt x="79686" y="0"/>
                    <a:pt x="138367" y="0"/>
                  </a:cubicBez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ru-RU"/>
            </a:p>
          </p:txBody>
        </p:sp>
        <p:sp>
          <p:nvSpPr>
            <p:cNvPr id="15" name="Параллелограмм 65"/>
            <p:cNvSpPr/>
            <p:nvPr/>
          </p:nvSpPr>
          <p:spPr bwMode="auto">
            <a:xfrm rot="16199998" flipH="1">
              <a:off x="5710180" y="6182300"/>
              <a:ext cx="763161" cy="1083445"/>
            </a:xfrm>
            <a:prstGeom prst="parallelogram">
              <a:avLst>
                <a:gd name="adj" fmla="val 72728"/>
              </a:avLst>
            </a:prstGeom>
            <a:solidFill>
              <a:schemeClr val="tx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defRPr/>
              </a:pPr>
              <a:endParaRPr lang="ru-RU"/>
            </a:p>
          </p:txBody>
        </p:sp>
        <p:sp>
          <p:nvSpPr>
            <p:cNvPr id="16" name="Параллелограмм 40"/>
            <p:cNvSpPr/>
            <p:nvPr/>
          </p:nvSpPr>
          <p:spPr bwMode="auto">
            <a:xfrm rot="16199998" flipH="1">
              <a:off x="5294044" y="5588541"/>
              <a:ext cx="1587453" cy="1328785"/>
            </a:xfrm>
            <a:prstGeom prst="parallelogram">
              <a:avLst>
                <a:gd name="adj" fmla="val 51278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defRPr/>
              </a:pPr>
              <a:endParaRPr lang="ru-RU"/>
            </a:p>
          </p:txBody>
        </p:sp>
      </p:grpSp>
      <p:pic>
        <p:nvPicPr>
          <p:cNvPr id="17" name="Графический объект 1044" descr="Пазл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 rot="982233">
            <a:off x="5860707" y="3890027"/>
            <a:ext cx="469232" cy="469232"/>
          </a:xfrm>
          <a:prstGeom prst="rect">
            <a:avLst/>
          </a:prstGeom>
        </p:spPr>
      </p:pic>
      <p:grpSp>
        <p:nvGrpSpPr>
          <p:cNvPr id="18" name="Группа 53" descr="Раздел карандаша"/>
          <p:cNvGrpSpPr/>
          <p:nvPr/>
        </p:nvGrpSpPr>
        <p:grpSpPr bwMode="auto">
          <a:xfrm rot="10800000" flipH="1">
            <a:off x="5559821" y="6941674"/>
            <a:ext cx="1081891" cy="3331245"/>
            <a:chOff x="720001" y="5200650"/>
            <a:chExt cx="1439998" cy="3600000"/>
          </a:xfrm>
          <a:solidFill>
            <a:schemeClr val="accent2"/>
          </a:solidFill>
        </p:grpSpPr>
        <p:sp>
          <p:nvSpPr>
            <p:cNvPr id="19" name="Стрелка: вниз 54"/>
            <p:cNvSpPr/>
            <p:nvPr/>
          </p:nvSpPr>
          <p:spPr bwMode="auto">
            <a:xfrm>
              <a:off x="720001" y="5200650"/>
              <a:ext cx="360000" cy="3600000"/>
            </a:xfrm>
            <a:prstGeom prst="downArrow">
              <a:avLst>
                <a:gd name="adj1" fmla="val 100000"/>
                <a:gd name="adj2" fmla="val 50000"/>
              </a:avLst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ru-RU"/>
            </a:p>
          </p:txBody>
        </p:sp>
        <p:sp>
          <p:nvSpPr>
            <p:cNvPr id="20" name="Стрелка: вниз 55"/>
            <p:cNvSpPr/>
            <p:nvPr/>
          </p:nvSpPr>
          <p:spPr bwMode="auto">
            <a:xfrm>
              <a:off x="1080001" y="5200650"/>
              <a:ext cx="360000" cy="3600000"/>
            </a:xfrm>
            <a:prstGeom prst="downArrow">
              <a:avLst>
                <a:gd name="adj1" fmla="val 100000"/>
                <a:gd name="adj2" fmla="val 50000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ru-RU"/>
            </a:p>
          </p:txBody>
        </p:sp>
        <p:sp>
          <p:nvSpPr>
            <p:cNvPr id="21" name="Стрелка: вниз 56"/>
            <p:cNvSpPr/>
            <p:nvPr/>
          </p:nvSpPr>
          <p:spPr bwMode="auto">
            <a:xfrm>
              <a:off x="1440001" y="5200650"/>
              <a:ext cx="360000" cy="3600000"/>
            </a:xfrm>
            <a:prstGeom prst="downArrow">
              <a:avLst>
                <a:gd name="adj1" fmla="val 100000"/>
                <a:gd name="adj2" fmla="val 5000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ru-RU"/>
            </a:p>
          </p:txBody>
        </p:sp>
        <p:sp>
          <p:nvSpPr>
            <p:cNvPr id="22" name="Стрелка: вниз 57"/>
            <p:cNvSpPr/>
            <p:nvPr/>
          </p:nvSpPr>
          <p:spPr bwMode="auto">
            <a:xfrm>
              <a:off x="1800000" y="5200650"/>
              <a:ext cx="360000" cy="3600000"/>
            </a:xfrm>
            <a:prstGeom prst="downArrow">
              <a:avLst>
                <a:gd name="adj1" fmla="val 100000"/>
                <a:gd name="adj2" fmla="val 50000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ru-RU"/>
            </a:p>
          </p:txBody>
        </p:sp>
      </p:grpSp>
      <p:grpSp>
        <p:nvGrpSpPr>
          <p:cNvPr id="23" name="Группа 60" descr="Раздел карандаша"/>
          <p:cNvGrpSpPr/>
          <p:nvPr/>
        </p:nvGrpSpPr>
        <p:grpSpPr bwMode="auto">
          <a:xfrm rot="10800000" flipH="1">
            <a:off x="5559821" y="10011198"/>
            <a:ext cx="1081891" cy="3563835"/>
            <a:chOff x="720001" y="5200650"/>
            <a:chExt cx="1439998" cy="3600000"/>
          </a:xfrm>
          <a:solidFill>
            <a:schemeClr val="accent2"/>
          </a:solidFill>
        </p:grpSpPr>
        <p:sp>
          <p:nvSpPr>
            <p:cNvPr id="24" name="Стрелка: вниз 61"/>
            <p:cNvSpPr/>
            <p:nvPr/>
          </p:nvSpPr>
          <p:spPr bwMode="auto">
            <a:xfrm>
              <a:off x="720001" y="5200650"/>
              <a:ext cx="360000" cy="3600000"/>
            </a:xfrm>
            <a:prstGeom prst="downArrow">
              <a:avLst>
                <a:gd name="adj1" fmla="val 100000"/>
                <a:gd name="adj2" fmla="val 50000"/>
              </a:avLst>
            </a:pr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ru-RU"/>
            </a:p>
          </p:txBody>
        </p:sp>
        <p:sp>
          <p:nvSpPr>
            <p:cNvPr id="25" name="Стрелка: вниз 62"/>
            <p:cNvSpPr/>
            <p:nvPr/>
          </p:nvSpPr>
          <p:spPr bwMode="auto">
            <a:xfrm>
              <a:off x="1080001" y="5200650"/>
              <a:ext cx="360000" cy="3600000"/>
            </a:xfrm>
            <a:prstGeom prst="downArrow">
              <a:avLst>
                <a:gd name="adj1" fmla="val 100000"/>
                <a:gd name="adj2" fmla="val 50000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ru-RU"/>
            </a:p>
          </p:txBody>
        </p:sp>
        <p:sp>
          <p:nvSpPr>
            <p:cNvPr id="26" name="Стрелка: вниз 63"/>
            <p:cNvSpPr/>
            <p:nvPr/>
          </p:nvSpPr>
          <p:spPr bwMode="auto">
            <a:xfrm>
              <a:off x="1440001" y="5200650"/>
              <a:ext cx="360000" cy="3600000"/>
            </a:xfrm>
            <a:prstGeom prst="downArrow">
              <a:avLst>
                <a:gd name="adj1" fmla="val 100000"/>
                <a:gd name="adj2" fmla="val 5000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ru-RU"/>
            </a:p>
          </p:txBody>
        </p:sp>
        <p:sp>
          <p:nvSpPr>
            <p:cNvPr id="27" name="Стрелка: вниз 64"/>
            <p:cNvSpPr/>
            <p:nvPr/>
          </p:nvSpPr>
          <p:spPr bwMode="auto">
            <a:xfrm>
              <a:off x="1800000" y="5200650"/>
              <a:ext cx="360000" cy="3600000"/>
            </a:xfrm>
            <a:prstGeom prst="downArrow">
              <a:avLst>
                <a:gd name="adj1" fmla="val 100000"/>
                <a:gd name="adj2" fmla="val 50000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ru-RU"/>
            </a:p>
          </p:txBody>
        </p:sp>
      </p:grpSp>
      <p:grpSp>
        <p:nvGrpSpPr>
          <p:cNvPr id="28" name="Группа 48" descr="Ластик карандаша"/>
          <p:cNvGrpSpPr/>
          <p:nvPr/>
        </p:nvGrpSpPr>
        <p:grpSpPr bwMode="auto">
          <a:xfrm>
            <a:off x="5558272" y="13575035"/>
            <a:ext cx="1083442" cy="863524"/>
            <a:chOff x="5554279" y="11106364"/>
            <a:chExt cx="1083442" cy="863524"/>
          </a:xfrm>
        </p:grpSpPr>
        <p:sp>
          <p:nvSpPr>
            <p:cNvPr id="29" name="Прямоугольник 27"/>
            <p:cNvSpPr/>
            <p:nvPr/>
          </p:nvSpPr>
          <p:spPr bwMode="auto">
            <a:xfrm rot="10800000" flipH="1">
              <a:off x="5554279" y="11106364"/>
              <a:ext cx="1083442" cy="484241"/>
            </a:xfrm>
            <a:prstGeom prst="rect">
              <a:avLst/>
            </a:prstGeom>
            <a:gradFill>
              <a:gsLst>
                <a:gs pos="0">
                  <a:schemeClr val="bg1">
                    <a:lumMod val="50000"/>
                  </a:schemeClr>
                </a:gs>
                <a:gs pos="33000">
                  <a:schemeClr val="bg1">
                    <a:lumMod val="95000"/>
                  </a:schemeClr>
                </a:gs>
                <a:gs pos="76000">
                  <a:schemeClr val="bg1">
                    <a:lumMod val="75000"/>
                  </a:schemeClr>
                </a:gs>
                <a:gs pos="100000">
                  <a:schemeClr val="bg1">
                    <a:lumMod val="95000"/>
                  </a:schemeClr>
                </a:gs>
              </a:gsLst>
              <a:lin ang="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ru-RU"/>
            </a:p>
          </p:txBody>
        </p:sp>
        <p:sp>
          <p:nvSpPr>
            <p:cNvPr id="30" name="Прямоугольник: скругленные верхние углы 28"/>
            <p:cNvSpPr/>
            <p:nvPr/>
          </p:nvSpPr>
          <p:spPr bwMode="auto">
            <a:xfrm rot="10800000" flipH="1">
              <a:off x="5554279" y="11590606"/>
              <a:ext cx="1083442" cy="379282"/>
            </a:xfrm>
            <a:prstGeom prst="round2SameRect">
              <a:avLst>
                <a:gd name="adj1" fmla="val 16667"/>
                <a:gd name="adj2" fmla="val 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ru-RU"/>
            </a:p>
          </p:txBody>
        </p:sp>
        <p:sp>
          <p:nvSpPr>
            <p:cNvPr id="31" name="Прямоугольник 30"/>
            <p:cNvSpPr/>
            <p:nvPr/>
          </p:nvSpPr>
          <p:spPr bwMode="auto">
            <a:xfrm rot="10800000" flipH="1">
              <a:off x="5554279" y="11501012"/>
              <a:ext cx="1083442" cy="34349"/>
            </a:xfrm>
            <a:prstGeom prst="rect">
              <a:avLst/>
            </a:prstGeom>
            <a:gradFill>
              <a:gsLst>
                <a:gs pos="0">
                  <a:schemeClr val="bg1">
                    <a:lumMod val="50000"/>
                  </a:schemeClr>
                </a:gs>
                <a:gs pos="33000">
                  <a:schemeClr val="bg1">
                    <a:lumMod val="95000"/>
                  </a:schemeClr>
                </a:gs>
                <a:gs pos="76000">
                  <a:schemeClr val="bg1">
                    <a:lumMod val="75000"/>
                  </a:schemeClr>
                </a:gs>
                <a:gs pos="100000">
                  <a:schemeClr val="bg1">
                    <a:lumMod val="95000"/>
                  </a:schemeClr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ru-RU"/>
            </a:p>
          </p:txBody>
        </p:sp>
        <p:sp>
          <p:nvSpPr>
            <p:cNvPr id="32" name="Прямоугольник 31"/>
            <p:cNvSpPr/>
            <p:nvPr/>
          </p:nvSpPr>
          <p:spPr bwMode="auto">
            <a:xfrm rot="10800000" flipH="1">
              <a:off x="5554279" y="11420788"/>
              <a:ext cx="1083442" cy="34349"/>
            </a:xfrm>
            <a:prstGeom prst="rect">
              <a:avLst/>
            </a:prstGeom>
            <a:gradFill>
              <a:gsLst>
                <a:gs pos="0">
                  <a:schemeClr val="bg1">
                    <a:lumMod val="50000"/>
                  </a:schemeClr>
                </a:gs>
                <a:gs pos="33000">
                  <a:schemeClr val="bg1">
                    <a:lumMod val="95000"/>
                  </a:schemeClr>
                </a:gs>
                <a:gs pos="76000">
                  <a:schemeClr val="bg1">
                    <a:lumMod val="75000"/>
                  </a:schemeClr>
                </a:gs>
                <a:gs pos="100000">
                  <a:schemeClr val="bg1">
                    <a:lumMod val="95000"/>
                  </a:schemeClr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ru-RU"/>
            </a:p>
          </p:txBody>
        </p:sp>
        <p:sp>
          <p:nvSpPr>
            <p:cNvPr id="33" name="Прямоугольник 32"/>
            <p:cNvSpPr/>
            <p:nvPr/>
          </p:nvSpPr>
          <p:spPr bwMode="auto">
            <a:xfrm rot="10800000" flipH="1">
              <a:off x="5554279" y="11340564"/>
              <a:ext cx="1083442" cy="34349"/>
            </a:xfrm>
            <a:prstGeom prst="rect">
              <a:avLst/>
            </a:prstGeom>
            <a:gradFill>
              <a:gsLst>
                <a:gs pos="0">
                  <a:schemeClr val="bg1">
                    <a:lumMod val="50000"/>
                  </a:schemeClr>
                </a:gs>
                <a:gs pos="33000">
                  <a:schemeClr val="bg1">
                    <a:lumMod val="95000"/>
                  </a:schemeClr>
                </a:gs>
                <a:gs pos="76000">
                  <a:schemeClr val="bg1">
                    <a:lumMod val="75000"/>
                  </a:schemeClr>
                </a:gs>
                <a:gs pos="100000">
                  <a:schemeClr val="bg1">
                    <a:lumMod val="95000"/>
                  </a:schemeClr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ru-RU"/>
            </a:p>
          </p:txBody>
        </p:sp>
      </p:grpSp>
      <p:grpSp>
        <p:nvGrpSpPr>
          <p:cNvPr id="34" name="Группа 8" descr="Графический объект заголовка"/>
          <p:cNvGrpSpPr/>
          <p:nvPr/>
        </p:nvGrpSpPr>
        <p:grpSpPr bwMode="auto">
          <a:xfrm>
            <a:off x="-7140" y="5354155"/>
            <a:ext cx="6919329" cy="2201057"/>
            <a:chOff x="-7141" y="5532749"/>
            <a:chExt cx="6919329" cy="2201057"/>
          </a:xfrm>
        </p:grpSpPr>
        <p:sp>
          <p:nvSpPr>
            <p:cNvPr id="35" name="Равнобедренный треугольник 189"/>
            <p:cNvSpPr/>
            <p:nvPr/>
          </p:nvSpPr>
          <p:spPr bwMode="auto">
            <a:xfrm rot="5400000">
              <a:off x="6655238" y="7058004"/>
              <a:ext cx="243424" cy="270475"/>
            </a:xfrm>
            <a:prstGeom prst="triangle">
              <a:avLst>
                <a:gd name="adj" fmla="val 0"/>
              </a:avLst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defRPr/>
              </a:pPr>
              <a:endParaRPr lang="ru-RU"/>
            </a:p>
          </p:txBody>
        </p:sp>
        <p:sp>
          <p:nvSpPr>
            <p:cNvPr id="36" name="Прямоугольник 190"/>
            <p:cNvSpPr/>
            <p:nvPr/>
          </p:nvSpPr>
          <p:spPr bwMode="auto">
            <a:xfrm>
              <a:off x="1" y="5532749"/>
              <a:ext cx="6912187" cy="1543969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ru-RU"/>
            </a:p>
          </p:txBody>
        </p:sp>
        <p:sp>
          <p:nvSpPr>
            <p:cNvPr id="37" name="Прямоугольник 195"/>
            <p:cNvSpPr/>
            <p:nvPr/>
          </p:nvSpPr>
          <p:spPr bwMode="auto">
            <a:xfrm rot="16199998">
              <a:off x="2447636" y="4622341"/>
              <a:ext cx="656688" cy="5566241"/>
            </a:xfrm>
            <a:prstGeom prst="rect">
              <a:avLst/>
            </a:prstGeom>
            <a:solidFill>
              <a:schemeClr val="tx1">
                <a:alpha val="7999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ru-RU"/>
            </a:p>
          </p:txBody>
        </p:sp>
        <p:sp>
          <p:nvSpPr>
            <p:cNvPr id="38" name="Прямоугольник 196"/>
            <p:cNvSpPr/>
            <p:nvPr/>
          </p:nvSpPr>
          <p:spPr bwMode="auto">
            <a:xfrm>
              <a:off x="5558268" y="7077117"/>
              <a:ext cx="1083443" cy="162657"/>
            </a:xfrm>
            <a:prstGeom prst="rect">
              <a:avLst/>
            </a:prstGeom>
            <a:solidFill>
              <a:schemeClr val="tx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ru-RU"/>
            </a:p>
          </p:txBody>
        </p:sp>
      </p:grpSp>
      <p:sp>
        <p:nvSpPr>
          <p:cNvPr id="39" name="Надпись 194"/>
          <p:cNvSpPr txBox="1"/>
          <p:nvPr/>
        </p:nvSpPr>
        <p:spPr bwMode="auto">
          <a:xfrm>
            <a:off x="775716" y="5628109"/>
            <a:ext cx="3085702" cy="50127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defRPr/>
            </a:pPr>
            <a:r>
              <a:rPr lang="ru-RU" sz="3200" b="1" spc="-150">
                <a:solidFill>
                  <a:schemeClr val="tx1">
                    <a:lumMod val="85000"/>
                    <a:lumOff val="15000"/>
                  </a:schemeClr>
                </a:solidFill>
              </a:rPr>
              <a:t>Education </a:t>
            </a:r>
            <a:r>
              <a:rPr lang="ru-RU" sz="3200" b="1" i="1" spc="-150">
                <a:solidFill>
                  <a:schemeClr val="tx1">
                    <a:lumMod val="85000"/>
                    <a:lumOff val="15000"/>
                  </a:schemeClr>
                </a:solidFill>
              </a:rPr>
              <a:t>Lorem</a:t>
            </a:r>
            <a:endParaRPr lang="ru-RU" sz="3200" b="1" spc="-15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40" name="Надпись 193"/>
          <p:cNvSpPr txBox="1"/>
          <p:nvPr/>
        </p:nvSpPr>
        <p:spPr bwMode="auto">
          <a:xfrm>
            <a:off x="192937" y="5917008"/>
            <a:ext cx="3821065" cy="136061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defRPr/>
            </a:pPr>
            <a:r>
              <a:rPr lang="ru-RU" sz="6000" b="1" spc="-300">
                <a:solidFill>
                  <a:schemeClr val="tx1">
                    <a:lumMod val="85000"/>
                    <a:lumOff val="15000"/>
                  </a:schemeClr>
                </a:solidFill>
              </a:rPr>
              <a:t>Заголовок</a:t>
            </a:r>
          </a:p>
        </p:txBody>
      </p:sp>
      <p:sp>
        <p:nvSpPr>
          <p:cNvPr id="41" name="Надпись 197"/>
          <p:cNvSpPr txBox="1"/>
          <p:nvPr/>
        </p:nvSpPr>
        <p:spPr bwMode="auto">
          <a:xfrm>
            <a:off x="4010271" y="5703746"/>
            <a:ext cx="2662147" cy="640115"/>
          </a:xfrm>
          <a:prstGeom prst="rect">
            <a:avLst/>
          </a:prstGeom>
          <a:noFill/>
        </p:spPr>
        <p:txBody>
          <a:bodyPr vertOverflow="overflow" horzOverflow="overflow" vert="horz" wrap="square" lIns="0" tIns="0" rIns="0" bIns="0" numCol="2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 lang="ru-RU" sz="1400"/>
              <a:t>Lorem ipsum dolor sit amet, consectetur adipiscing elit. </a:t>
            </a:r>
            <a:endParaRPr sz="1400"/>
          </a:p>
        </p:txBody>
      </p:sp>
      <p:grpSp>
        <p:nvGrpSpPr>
          <p:cNvPr id="42" name="Группа 232" descr="Графический объект 1 из 3"/>
          <p:cNvGrpSpPr/>
          <p:nvPr/>
        </p:nvGrpSpPr>
        <p:grpSpPr bwMode="auto">
          <a:xfrm>
            <a:off x="502442" y="1801480"/>
            <a:ext cx="4344554" cy="2397232"/>
            <a:chOff x="0" y="0"/>
            <a:chExt cx="4344554" cy="2397232"/>
          </a:xfrm>
        </p:grpSpPr>
        <p:grpSp>
          <p:nvGrpSpPr>
            <p:cNvPr id="43" name="Группа 1042"/>
            <p:cNvGrpSpPr/>
            <p:nvPr/>
          </p:nvGrpSpPr>
          <p:grpSpPr bwMode="auto">
            <a:xfrm>
              <a:off x="0" y="674367"/>
              <a:ext cx="4344554" cy="1722864"/>
              <a:chOff x="0" y="0"/>
              <a:chExt cx="4344554" cy="1722864"/>
            </a:xfrm>
          </p:grpSpPr>
          <p:sp>
            <p:nvSpPr>
              <p:cNvPr id="44" name="Надпись 199"/>
              <p:cNvSpPr txBox="1"/>
              <p:nvPr/>
            </p:nvSpPr>
            <p:spPr bwMode="auto">
              <a:xfrm>
                <a:off x="0" y="0"/>
                <a:ext cx="4337208" cy="100587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r">
                  <a:defRPr/>
                </a:pPr>
                <a:r>
                  <a:rPr lang="ru-RU" sz="6600" b="1"/>
                  <a:t>1 из 3 </a:t>
                </a:r>
                <a:endParaRPr lang="ru-RU" sz="4000"/>
              </a:p>
            </p:txBody>
          </p:sp>
          <p:sp>
            <p:nvSpPr>
              <p:cNvPr id="45" name="Надпись 200"/>
              <p:cNvSpPr txBox="1"/>
              <p:nvPr/>
            </p:nvSpPr>
            <p:spPr bwMode="auto">
              <a:xfrm>
                <a:off x="7345" y="716464"/>
                <a:ext cx="4337208" cy="73155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r">
                  <a:defRPr/>
                </a:pPr>
                <a:r>
                  <a:rPr lang="ru-RU" sz="4800"/>
                  <a:t>Lorem Ipsum</a:t>
                </a:r>
                <a:endParaRPr lang="ru-RU" sz="4000"/>
              </a:p>
            </p:txBody>
          </p:sp>
          <p:sp>
            <p:nvSpPr>
              <p:cNvPr id="46" name="Надпись 201"/>
              <p:cNvSpPr txBox="1"/>
              <p:nvPr/>
            </p:nvSpPr>
            <p:spPr bwMode="auto">
              <a:xfrm>
                <a:off x="7345" y="1448508"/>
                <a:ext cx="4337208" cy="27435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r">
                  <a:defRPr/>
                </a:pPr>
                <a:r>
                  <a:rPr lang="ru-RU"/>
                  <a:t>Ipsum dolor sit amet</a:t>
                </a:r>
                <a:endParaRPr/>
              </a:p>
            </p:txBody>
          </p:sp>
        </p:grpSp>
        <p:grpSp>
          <p:nvGrpSpPr>
            <p:cNvPr id="47" name="Группа 1053"/>
            <p:cNvGrpSpPr/>
            <p:nvPr/>
          </p:nvGrpSpPr>
          <p:grpSpPr bwMode="auto">
            <a:xfrm>
              <a:off x="2836140" y="0"/>
              <a:ext cx="1464511" cy="708470"/>
              <a:chOff x="0" y="0"/>
              <a:chExt cx="1464511" cy="708470"/>
            </a:xfrm>
          </p:grpSpPr>
          <p:sp>
            <p:nvSpPr>
              <p:cNvPr id="48" name="Полилиния: Форма 231"/>
              <p:cNvSpPr/>
              <p:nvPr/>
            </p:nvSpPr>
            <p:spPr bwMode="auto">
              <a:xfrm>
                <a:off x="0" y="0"/>
                <a:ext cx="346364" cy="708471"/>
              </a:xfrm>
              <a:custGeom>
                <a:avLst/>
                <a:gdLst>
                  <a:gd name="connsiteX0" fmla="*/ 209550 w 419100"/>
                  <a:gd name="connsiteY0" fmla="*/ 171450 h 857250"/>
                  <a:gd name="connsiteX1" fmla="*/ 272415 w 419100"/>
                  <a:gd name="connsiteY1" fmla="*/ 179070 h 857250"/>
                  <a:gd name="connsiteX2" fmla="*/ 352425 w 419100"/>
                  <a:gd name="connsiteY2" fmla="*/ 220980 h 857250"/>
                  <a:gd name="connsiteX3" fmla="*/ 363855 w 419100"/>
                  <a:gd name="connsiteY3" fmla="*/ 241935 h 857250"/>
                  <a:gd name="connsiteX4" fmla="*/ 417195 w 419100"/>
                  <a:gd name="connsiteY4" fmla="*/ 468630 h 857250"/>
                  <a:gd name="connsiteX5" fmla="*/ 419100 w 419100"/>
                  <a:gd name="connsiteY5" fmla="*/ 478155 h 857250"/>
                  <a:gd name="connsiteX6" fmla="*/ 381000 w 419100"/>
                  <a:gd name="connsiteY6" fmla="*/ 516255 h 857250"/>
                  <a:gd name="connsiteX7" fmla="*/ 344805 w 419100"/>
                  <a:gd name="connsiteY7" fmla="*/ 487680 h 857250"/>
                  <a:gd name="connsiteX8" fmla="*/ 304800 w 419100"/>
                  <a:gd name="connsiteY8" fmla="*/ 321945 h 857250"/>
                  <a:gd name="connsiteX9" fmla="*/ 304800 w 419100"/>
                  <a:gd name="connsiteY9" fmla="*/ 857250 h 857250"/>
                  <a:gd name="connsiteX10" fmla="*/ 228600 w 419100"/>
                  <a:gd name="connsiteY10" fmla="*/ 857250 h 857250"/>
                  <a:gd name="connsiteX11" fmla="*/ 228600 w 419100"/>
                  <a:gd name="connsiteY11" fmla="*/ 713053 h 857250"/>
                  <a:gd name="connsiteX12" fmla="*/ 190500 w 419100"/>
                  <a:gd name="connsiteY12" fmla="*/ 713053 h 857250"/>
                  <a:gd name="connsiteX13" fmla="*/ 190500 w 419100"/>
                  <a:gd name="connsiteY13" fmla="*/ 857250 h 857250"/>
                  <a:gd name="connsiteX14" fmla="*/ 114300 w 419100"/>
                  <a:gd name="connsiteY14" fmla="*/ 857250 h 857250"/>
                  <a:gd name="connsiteX15" fmla="*/ 114300 w 419100"/>
                  <a:gd name="connsiteY15" fmla="*/ 323850 h 857250"/>
                  <a:gd name="connsiteX16" fmla="*/ 74295 w 419100"/>
                  <a:gd name="connsiteY16" fmla="*/ 489585 h 857250"/>
                  <a:gd name="connsiteX17" fmla="*/ 38100 w 419100"/>
                  <a:gd name="connsiteY17" fmla="*/ 518160 h 857250"/>
                  <a:gd name="connsiteX18" fmla="*/ 0 w 419100"/>
                  <a:gd name="connsiteY18" fmla="*/ 480060 h 857250"/>
                  <a:gd name="connsiteX19" fmla="*/ 1905 w 419100"/>
                  <a:gd name="connsiteY19" fmla="*/ 470535 h 857250"/>
                  <a:gd name="connsiteX20" fmla="*/ 55245 w 419100"/>
                  <a:gd name="connsiteY20" fmla="*/ 243840 h 857250"/>
                  <a:gd name="connsiteX21" fmla="*/ 66675 w 419100"/>
                  <a:gd name="connsiteY21" fmla="*/ 222885 h 857250"/>
                  <a:gd name="connsiteX22" fmla="*/ 146685 w 419100"/>
                  <a:gd name="connsiteY22" fmla="*/ 180975 h 857250"/>
                  <a:gd name="connsiteX23" fmla="*/ 209550 w 419100"/>
                  <a:gd name="connsiteY23" fmla="*/ 171450 h 857250"/>
                  <a:gd name="connsiteX24" fmla="*/ 209550 w 419100"/>
                  <a:gd name="connsiteY24" fmla="*/ 0 h 857250"/>
                  <a:gd name="connsiteX25" fmla="*/ 285750 w 419100"/>
                  <a:gd name="connsiteY25" fmla="*/ 76200 h 857250"/>
                  <a:gd name="connsiteX26" fmla="*/ 209550 w 419100"/>
                  <a:gd name="connsiteY26" fmla="*/ 152400 h 857250"/>
                  <a:gd name="connsiteX27" fmla="*/ 133350 w 419100"/>
                  <a:gd name="connsiteY27" fmla="*/ 76200 h 857250"/>
                  <a:gd name="connsiteX28" fmla="*/ 209550 w 419100"/>
                  <a:gd name="connsiteY28" fmla="*/ 0 h 8572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419100" h="857250" extrusionOk="0">
                    <a:moveTo>
                      <a:pt x="209550" y="171450"/>
                    </a:moveTo>
                    <a:cubicBezTo>
                      <a:pt x="230505" y="171450"/>
                      <a:pt x="251460" y="175260"/>
                      <a:pt x="272415" y="179070"/>
                    </a:cubicBezTo>
                    <a:cubicBezTo>
                      <a:pt x="302895" y="188595"/>
                      <a:pt x="329565" y="201930"/>
                      <a:pt x="352425" y="220980"/>
                    </a:cubicBezTo>
                    <a:cubicBezTo>
                      <a:pt x="358140" y="226695"/>
                      <a:pt x="361950" y="234315"/>
                      <a:pt x="363855" y="241935"/>
                    </a:cubicBezTo>
                    <a:lnTo>
                      <a:pt x="417195" y="468630"/>
                    </a:lnTo>
                    <a:cubicBezTo>
                      <a:pt x="417195" y="470535"/>
                      <a:pt x="419100" y="474345"/>
                      <a:pt x="419100" y="478155"/>
                    </a:cubicBezTo>
                    <a:cubicBezTo>
                      <a:pt x="419100" y="499110"/>
                      <a:pt x="401955" y="516255"/>
                      <a:pt x="381000" y="516255"/>
                    </a:cubicBezTo>
                    <a:cubicBezTo>
                      <a:pt x="363855" y="516255"/>
                      <a:pt x="348615" y="502920"/>
                      <a:pt x="344805" y="487680"/>
                    </a:cubicBezTo>
                    <a:lnTo>
                      <a:pt x="304800" y="321945"/>
                    </a:lnTo>
                    <a:lnTo>
                      <a:pt x="304800" y="857250"/>
                    </a:lnTo>
                    <a:lnTo>
                      <a:pt x="228600" y="857250"/>
                    </a:lnTo>
                    <a:lnTo>
                      <a:pt x="228600" y="713053"/>
                    </a:lnTo>
                    <a:lnTo>
                      <a:pt x="190500" y="713053"/>
                    </a:lnTo>
                    <a:lnTo>
                      <a:pt x="190500" y="857250"/>
                    </a:lnTo>
                    <a:lnTo>
                      <a:pt x="114300" y="857250"/>
                    </a:lnTo>
                    <a:lnTo>
                      <a:pt x="114300" y="323850"/>
                    </a:lnTo>
                    <a:lnTo>
                      <a:pt x="74295" y="489585"/>
                    </a:lnTo>
                    <a:cubicBezTo>
                      <a:pt x="70485" y="504825"/>
                      <a:pt x="55245" y="518160"/>
                      <a:pt x="38100" y="518160"/>
                    </a:cubicBezTo>
                    <a:cubicBezTo>
                      <a:pt x="17145" y="518160"/>
                      <a:pt x="0" y="501015"/>
                      <a:pt x="0" y="480060"/>
                    </a:cubicBezTo>
                    <a:cubicBezTo>
                      <a:pt x="0" y="476250"/>
                      <a:pt x="1905" y="472440"/>
                      <a:pt x="1905" y="470535"/>
                    </a:cubicBezTo>
                    <a:lnTo>
                      <a:pt x="55245" y="243840"/>
                    </a:lnTo>
                    <a:cubicBezTo>
                      <a:pt x="57150" y="236220"/>
                      <a:pt x="60960" y="228600"/>
                      <a:pt x="66675" y="222885"/>
                    </a:cubicBezTo>
                    <a:cubicBezTo>
                      <a:pt x="89535" y="203835"/>
                      <a:pt x="116205" y="188595"/>
                      <a:pt x="146685" y="180975"/>
                    </a:cubicBezTo>
                    <a:cubicBezTo>
                      <a:pt x="167640" y="175260"/>
                      <a:pt x="188595" y="171450"/>
                      <a:pt x="209550" y="171450"/>
                    </a:cubicBezTo>
                    <a:close/>
                    <a:moveTo>
                      <a:pt x="209550" y="0"/>
                    </a:moveTo>
                    <a:cubicBezTo>
                      <a:pt x="251634" y="0"/>
                      <a:pt x="285750" y="34116"/>
                      <a:pt x="285750" y="76200"/>
                    </a:cubicBezTo>
                    <a:cubicBezTo>
                      <a:pt x="285750" y="118284"/>
                      <a:pt x="251634" y="152400"/>
                      <a:pt x="209550" y="152400"/>
                    </a:cubicBezTo>
                    <a:cubicBezTo>
                      <a:pt x="167466" y="152400"/>
                      <a:pt x="133350" y="118284"/>
                      <a:pt x="133350" y="76200"/>
                    </a:cubicBezTo>
                    <a:cubicBezTo>
                      <a:pt x="133350" y="34116"/>
                      <a:pt x="167466" y="0"/>
                      <a:pt x="20955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ru-RU"/>
              </a:p>
            </p:txBody>
          </p:sp>
          <p:sp>
            <p:nvSpPr>
              <p:cNvPr id="49" name="Полилиния: Форма 230"/>
              <p:cNvSpPr/>
              <p:nvPr/>
            </p:nvSpPr>
            <p:spPr bwMode="auto">
              <a:xfrm>
                <a:off x="559073" y="0"/>
                <a:ext cx="346364" cy="708471"/>
              </a:xfrm>
              <a:custGeom>
                <a:avLst/>
                <a:gdLst>
                  <a:gd name="connsiteX0" fmla="*/ 209550 w 419100"/>
                  <a:gd name="connsiteY0" fmla="*/ 171450 h 857250"/>
                  <a:gd name="connsiteX1" fmla="*/ 272415 w 419100"/>
                  <a:gd name="connsiteY1" fmla="*/ 179070 h 857250"/>
                  <a:gd name="connsiteX2" fmla="*/ 352425 w 419100"/>
                  <a:gd name="connsiteY2" fmla="*/ 220980 h 857250"/>
                  <a:gd name="connsiteX3" fmla="*/ 363855 w 419100"/>
                  <a:gd name="connsiteY3" fmla="*/ 241935 h 857250"/>
                  <a:gd name="connsiteX4" fmla="*/ 417195 w 419100"/>
                  <a:gd name="connsiteY4" fmla="*/ 468630 h 857250"/>
                  <a:gd name="connsiteX5" fmla="*/ 419100 w 419100"/>
                  <a:gd name="connsiteY5" fmla="*/ 478155 h 857250"/>
                  <a:gd name="connsiteX6" fmla="*/ 381000 w 419100"/>
                  <a:gd name="connsiteY6" fmla="*/ 516255 h 857250"/>
                  <a:gd name="connsiteX7" fmla="*/ 344805 w 419100"/>
                  <a:gd name="connsiteY7" fmla="*/ 487680 h 857250"/>
                  <a:gd name="connsiteX8" fmla="*/ 304800 w 419100"/>
                  <a:gd name="connsiteY8" fmla="*/ 321945 h 857250"/>
                  <a:gd name="connsiteX9" fmla="*/ 304800 w 419100"/>
                  <a:gd name="connsiteY9" fmla="*/ 857250 h 857250"/>
                  <a:gd name="connsiteX10" fmla="*/ 228600 w 419100"/>
                  <a:gd name="connsiteY10" fmla="*/ 857250 h 857250"/>
                  <a:gd name="connsiteX11" fmla="*/ 228600 w 419100"/>
                  <a:gd name="connsiteY11" fmla="*/ 713053 h 857250"/>
                  <a:gd name="connsiteX12" fmla="*/ 190500 w 419100"/>
                  <a:gd name="connsiteY12" fmla="*/ 713053 h 857250"/>
                  <a:gd name="connsiteX13" fmla="*/ 190500 w 419100"/>
                  <a:gd name="connsiteY13" fmla="*/ 857250 h 857250"/>
                  <a:gd name="connsiteX14" fmla="*/ 114300 w 419100"/>
                  <a:gd name="connsiteY14" fmla="*/ 857250 h 857250"/>
                  <a:gd name="connsiteX15" fmla="*/ 114300 w 419100"/>
                  <a:gd name="connsiteY15" fmla="*/ 323850 h 857250"/>
                  <a:gd name="connsiteX16" fmla="*/ 74295 w 419100"/>
                  <a:gd name="connsiteY16" fmla="*/ 489585 h 857250"/>
                  <a:gd name="connsiteX17" fmla="*/ 38100 w 419100"/>
                  <a:gd name="connsiteY17" fmla="*/ 518160 h 857250"/>
                  <a:gd name="connsiteX18" fmla="*/ 0 w 419100"/>
                  <a:gd name="connsiteY18" fmla="*/ 480060 h 857250"/>
                  <a:gd name="connsiteX19" fmla="*/ 1905 w 419100"/>
                  <a:gd name="connsiteY19" fmla="*/ 470535 h 857250"/>
                  <a:gd name="connsiteX20" fmla="*/ 55245 w 419100"/>
                  <a:gd name="connsiteY20" fmla="*/ 243840 h 857250"/>
                  <a:gd name="connsiteX21" fmla="*/ 66675 w 419100"/>
                  <a:gd name="connsiteY21" fmla="*/ 222885 h 857250"/>
                  <a:gd name="connsiteX22" fmla="*/ 146685 w 419100"/>
                  <a:gd name="connsiteY22" fmla="*/ 180975 h 857250"/>
                  <a:gd name="connsiteX23" fmla="*/ 209550 w 419100"/>
                  <a:gd name="connsiteY23" fmla="*/ 171450 h 857250"/>
                  <a:gd name="connsiteX24" fmla="*/ 209550 w 419100"/>
                  <a:gd name="connsiteY24" fmla="*/ 0 h 857250"/>
                  <a:gd name="connsiteX25" fmla="*/ 285750 w 419100"/>
                  <a:gd name="connsiteY25" fmla="*/ 76200 h 857250"/>
                  <a:gd name="connsiteX26" fmla="*/ 209550 w 419100"/>
                  <a:gd name="connsiteY26" fmla="*/ 152400 h 857250"/>
                  <a:gd name="connsiteX27" fmla="*/ 133350 w 419100"/>
                  <a:gd name="connsiteY27" fmla="*/ 76200 h 857250"/>
                  <a:gd name="connsiteX28" fmla="*/ 209550 w 419100"/>
                  <a:gd name="connsiteY28" fmla="*/ 0 h 8572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419100" h="857250" extrusionOk="0">
                    <a:moveTo>
                      <a:pt x="209550" y="171450"/>
                    </a:moveTo>
                    <a:cubicBezTo>
                      <a:pt x="230505" y="171450"/>
                      <a:pt x="251460" y="175260"/>
                      <a:pt x="272415" y="179070"/>
                    </a:cubicBezTo>
                    <a:cubicBezTo>
                      <a:pt x="302895" y="188595"/>
                      <a:pt x="329565" y="201930"/>
                      <a:pt x="352425" y="220980"/>
                    </a:cubicBezTo>
                    <a:cubicBezTo>
                      <a:pt x="358140" y="226695"/>
                      <a:pt x="361950" y="234315"/>
                      <a:pt x="363855" y="241935"/>
                    </a:cubicBezTo>
                    <a:lnTo>
                      <a:pt x="417195" y="468630"/>
                    </a:lnTo>
                    <a:cubicBezTo>
                      <a:pt x="417195" y="470535"/>
                      <a:pt x="419100" y="474345"/>
                      <a:pt x="419100" y="478155"/>
                    </a:cubicBezTo>
                    <a:cubicBezTo>
                      <a:pt x="419100" y="499110"/>
                      <a:pt x="401955" y="516255"/>
                      <a:pt x="381000" y="516255"/>
                    </a:cubicBezTo>
                    <a:cubicBezTo>
                      <a:pt x="363855" y="516255"/>
                      <a:pt x="348615" y="502920"/>
                      <a:pt x="344805" y="487680"/>
                    </a:cubicBezTo>
                    <a:lnTo>
                      <a:pt x="304800" y="321945"/>
                    </a:lnTo>
                    <a:lnTo>
                      <a:pt x="304800" y="857250"/>
                    </a:lnTo>
                    <a:lnTo>
                      <a:pt x="228600" y="857250"/>
                    </a:lnTo>
                    <a:lnTo>
                      <a:pt x="228600" y="713053"/>
                    </a:lnTo>
                    <a:lnTo>
                      <a:pt x="190500" y="713053"/>
                    </a:lnTo>
                    <a:lnTo>
                      <a:pt x="190500" y="857250"/>
                    </a:lnTo>
                    <a:lnTo>
                      <a:pt x="114300" y="857250"/>
                    </a:lnTo>
                    <a:lnTo>
                      <a:pt x="114300" y="323850"/>
                    </a:lnTo>
                    <a:lnTo>
                      <a:pt x="74295" y="489585"/>
                    </a:lnTo>
                    <a:cubicBezTo>
                      <a:pt x="70485" y="504825"/>
                      <a:pt x="55245" y="518160"/>
                      <a:pt x="38100" y="518160"/>
                    </a:cubicBezTo>
                    <a:cubicBezTo>
                      <a:pt x="17145" y="518160"/>
                      <a:pt x="0" y="501015"/>
                      <a:pt x="0" y="480060"/>
                    </a:cubicBezTo>
                    <a:cubicBezTo>
                      <a:pt x="0" y="476250"/>
                      <a:pt x="1905" y="472440"/>
                      <a:pt x="1905" y="470535"/>
                    </a:cubicBezTo>
                    <a:lnTo>
                      <a:pt x="55245" y="243840"/>
                    </a:lnTo>
                    <a:cubicBezTo>
                      <a:pt x="57150" y="236220"/>
                      <a:pt x="60960" y="228600"/>
                      <a:pt x="66675" y="222885"/>
                    </a:cubicBezTo>
                    <a:cubicBezTo>
                      <a:pt x="89535" y="203835"/>
                      <a:pt x="116205" y="188595"/>
                      <a:pt x="146685" y="180975"/>
                    </a:cubicBezTo>
                    <a:cubicBezTo>
                      <a:pt x="167640" y="175260"/>
                      <a:pt x="188595" y="171450"/>
                      <a:pt x="209550" y="171450"/>
                    </a:cubicBezTo>
                    <a:close/>
                    <a:moveTo>
                      <a:pt x="209550" y="0"/>
                    </a:moveTo>
                    <a:cubicBezTo>
                      <a:pt x="251634" y="0"/>
                      <a:pt x="285750" y="34116"/>
                      <a:pt x="285750" y="76200"/>
                    </a:cubicBezTo>
                    <a:cubicBezTo>
                      <a:pt x="285750" y="118284"/>
                      <a:pt x="251634" y="152400"/>
                      <a:pt x="209550" y="152400"/>
                    </a:cubicBezTo>
                    <a:cubicBezTo>
                      <a:pt x="167466" y="152400"/>
                      <a:pt x="133350" y="118284"/>
                      <a:pt x="133350" y="76200"/>
                    </a:cubicBezTo>
                    <a:cubicBezTo>
                      <a:pt x="133350" y="34116"/>
                      <a:pt x="167466" y="0"/>
                      <a:pt x="209550" y="0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ru-RU"/>
              </a:p>
            </p:txBody>
          </p:sp>
          <p:sp>
            <p:nvSpPr>
              <p:cNvPr id="50" name="Полилиния: форма 229"/>
              <p:cNvSpPr/>
              <p:nvPr/>
            </p:nvSpPr>
            <p:spPr bwMode="auto">
              <a:xfrm>
                <a:off x="1118147" y="0"/>
                <a:ext cx="346364" cy="708471"/>
              </a:xfrm>
              <a:custGeom>
                <a:avLst/>
                <a:gdLst>
                  <a:gd name="connsiteX0" fmla="*/ 209550 w 419100"/>
                  <a:gd name="connsiteY0" fmla="*/ 171450 h 857250"/>
                  <a:gd name="connsiteX1" fmla="*/ 272415 w 419100"/>
                  <a:gd name="connsiteY1" fmla="*/ 179070 h 857250"/>
                  <a:gd name="connsiteX2" fmla="*/ 352425 w 419100"/>
                  <a:gd name="connsiteY2" fmla="*/ 220980 h 857250"/>
                  <a:gd name="connsiteX3" fmla="*/ 363855 w 419100"/>
                  <a:gd name="connsiteY3" fmla="*/ 241935 h 857250"/>
                  <a:gd name="connsiteX4" fmla="*/ 417195 w 419100"/>
                  <a:gd name="connsiteY4" fmla="*/ 468630 h 857250"/>
                  <a:gd name="connsiteX5" fmla="*/ 419100 w 419100"/>
                  <a:gd name="connsiteY5" fmla="*/ 478155 h 857250"/>
                  <a:gd name="connsiteX6" fmla="*/ 381000 w 419100"/>
                  <a:gd name="connsiteY6" fmla="*/ 516255 h 857250"/>
                  <a:gd name="connsiteX7" fmla="*/ 344805 w 419100"/>
                  <a:gd name="connsiteY7" fmla="*/ 487680 h 857250"/>
                  <a:gd name="connsiteX8" fmla="*/ 304800 w 419100"/>
                  <a:gd name="connsiteY8" fmla="*/ 321945 h 857250"/>
                  <a:gd name="connsiteX9" fmla="*/ 304800 w 419100"/>
                  <a:gd name="connsiteY9" fmla="*/ 857250 h 857250"/>
                  <a:gd name="connsiteX10" fmla="*/ 228600 w 419100"/>
                  <a:gd name="connsiteY10" fmla="*/ 857250 h 857250"/>
                  <a:gd name="connsiteX11" fmla="*/ 228600 w 419100"/>
                  <a:gd name="connsiteY11" fmla="*/ 713053 h 857250"/>
                  <a:gd name="connsiteX12" fmla="*/ 190500 w 419100"/>
                  <a:gd name="connsiteY12" fmla="*/ 713053 h 857250"/>
                  <a:gd name="connsiteX13" fmla="*/ 190500 w 419100"/>
                  <a:gd name="connsiteY13" fmla="*/ 857250 h 857250"/>
                  <a:gd name="connsiteX14" fmla="*/ 114300 w 419100"/>
                  <a:gd name="connsiteY14" fmla="*/ 857250 h 857250"/>
                  <a:gd name="connsiteX15" fmla="*/ 114300 w 419100"/>
                  <a:gd name="connsiteY15" fmla="*/ 323850 h 857250"/>
                  <a:gd name="connsiteX16" fmla="*/ 74295 w 419100"/>
                  <a:gd name="connsiteY16" fmla="*/ 489585 h 857250"/>
                  <a:gd name="connsiteX17" fmla="*/ 38100 w 419100"/>
                  <a:gd name="connsiteY17" fmla="*/ 518160 h 857250"/>
                  <a:gd name="connsiteX18" fmla="*/ 0 w 419100"/>
                  <a:gd name="connsiteY18" fmla="*/ 480060 h 857250"/>
                  <a:gd name="connsiteX19" fmla="*/ 1905 w 419100"/>
                  <a:gd name="connsiteY19" fmla="*/ 470535 h 857250"/>
                  <a:gd name="connsiteX20" fmla="*/ 55245 w 419100"/>
                  <a:gd name="connsiteY20" fmla="*/ 243840 h 857250"/>
                  <a:gd name="connsiteX21" fmla="*/ 66675 w 419100"/>
                  <a:gd name="connsiteY21" fmla="*/ 222885 h 857250"/>
                  <a:gd name="connsiteX22" fmla="*/ 146685 w 419100"/>
                  <a:gd name="connsiteY22" fmla="*/ 180975 h 857250"/>
                  <a:gd name="connsiteX23" fmla="*/ 209550 w 419100"/>
                  <a:gd name="connsiteY23" fmla="*/ 171450 h 857250"/>
                  <a:gd name="connsiteX24" fmla="*/ 209550 w 419100"/>
                  <a:gd name="connsiteY24" fmla="*/ 0 h 857250"/>
                  <a:gd name="connsiteX25" fmla="*/ 285750 w 419100"/>
                  <a:gd name="connsiteY25" fmla="*/ 76200 h 857250"/>
                  <a:gd name="connsiteX26" fmla="*/ 209550 w 419100"/>
                  <a:gd name="connsiteY26" fmla="*/ 152400 h 857250"/>
                  <a:gd name="connsiteX27" fmla="*/ 133350 w 419100"/>
                  <a:gd name="connsiteY27" fmla="*/ 76200 h 857250"/>
                  <a:gd name="connsiteX28" fmla="*/ 209550 w 419100"/>
                  <a:gd name="connsiteY28" fmla="*/ 0 h 8572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419100" h="857250" extrusionOk="0">
                    <a:moveTo>
                      <a:pt x="209550" y="171450"/>
                    </a:moveTo>
                    <a:cubicBezTo>
                      <a:pt x="230505" y="171450"/>
                      <a:pt x="251460" y="175260"/>
                      <a:pt x="272415" y="179070"/>
                    </a:cubicBezTo>
                    <a:cubicBezTo>
                      <a:pt x="302895" y="188595"/>
                      <a:pt x="329565" y="201930"/>
                      <a:pt x="352425" y="220980"/>
                    </a:cubicBezTo>
                    <a:cubicBezTo>
                      <a:pt x="358140" y="226695"/>
                      <a:pt x="361950" y="234315"/>
                      <a:pt x="363855" y="241935"/>
                    </a:cubicBezTo>
                    <a:lnTo>
                      <a:pt x="417195" y="468630"/>
                    </a:lnTo>
                    <a:cubicBezTo>
                      <a:pt x="417195" y="470535"/>
                      <a:pt x="419100" y="474345"/>
                      <a:pt x="419100" y="478155"/>
                    </a:cubicBezTo>
                    <a:cubicBezTo>
                      <a:pt x="419100" y="499110"/>
                      <a:pt x="401955" y="516255"/>
                      <a:pt x="381000" y="516255"/>
                    </a:cubicBezTo>
                    <a:cubicBezTo>
                      <a:pt x="363855" y="516255"/>
                      <a:pt x="348615" y="502920"/>
                      <a:pt x="344805" y="487680"/>
                    </a:cubicBezTo>
                    <a:lnTo>
                      <a:pt x="304800" y="321945"/>
                    </a:lnTo>
                    <a:lnTo>
                      <a:pt x="304800" y="857250"/>
                    </a:lnTo>
                    <a:lnTo>
                      <a:pt x="228600" y="857250"/>
                    </a:lnTo>
                    <a:lnTo>
                      <a:pt x="228600" y="713053"/>
                    </a:lnTo>
                    <a:lnTo>
                      <a:pt x="190500" y="713053"/>
                    </a:lnTo>
                    <a:lnTo>
                      <a:pt x="190500" y="857250"/>
                    </a:lnTo>
                    <a:lnTo>
                      <a:pt x="114300" y="857250"/>
                    </a:lnTo>
                    <a:lnTo>
                      <a:pt x="114300" y="323850"/>
                    </a:lnTo>
                    <a:lnTo>
                      <a:pt x="74295" y="489585"/>
                    </a:lnTo>
                    <a:cubicBezTo>
                      <a:pt x="70485" y="504825"/>
                      <a:pt x="55245" y="518160"/>
                      <a:pt x="38100" y="518160"/>
                    </a:cubicBezTo>
                    <a:cubicBezTo>
                      <a:pt x="17145" y="518160"/>
                      <a:pt x="0" y="501015"/>
                      <a:pt x="0" y="480060"/>
                    </a:cubicBezTo>
                    <a:cubicBezTo>
                      <a:pt x="0" y="476250"/>
                      <a:pt x="1905" y="472440"/>
                      <a:pt x="1905" y="470535"/>
                    </a:cubicBezTo>
                    <a:lnTo>
                      <a:pt x="55245" y="243840"/>
                    </a:lnTo>
                    <a:cubicBezTo>
                      <a:pt x="57150" y="236220"/>
                      <a:pt x="60960" y="228600"/>
                      <a:pt x="66675" y="222885"/>
                    </a:cubicBezTo>
                    <a:cubicBezTo>
                      <a:pt x="89535" y="203835"/>
                      <a:pt x="116205" y="188595"/>
                      <a:pt x="146685" y="180975"/>
                    </a:cubicBezTo>
                    <a:cubicBezTo>
                      <a:pt x="167640" y="175260"/>
                      <a:pt x="188595" y="171450"/>
                      <a:pt x="209550" y="171450"/>
                    </a:cubicBezTo>
                    <a:close/>
                    <a:moveTo>
                      <a:pt x="209550" y="0"/>
                    </a:moveTo>
                    <a:cubicBezTo>
                      <a:pt x="251634" y="0"/>
                      <a:pt x="285750" y="34116"/>
                      <a:pt x="285750" y="76200"/>
                    </a:cubicBezTo>
                    <a:cubicBezTo>
                      <a:pt x="285750" y="118284"/>
                      <a:pt x="251634" y="152400"/>
                      <a:pt x="209550" y="152400"/>
                    </a:cubicBezTo>
                    <a:cubicBezTo>
                      <a:pt x="167466" y="152400"/>
                      <a:pt x="133350" y="118284"/>
                      <a:pt x="133350" y="76200"/>
                    </a:cubicBezTo>
                    <a:cubicBezTo>
                      <a:pt x="133350" y="34116"/>
                      <a:pt x="167466" y="0"/>
                      <a:pt x="209550" y="0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6350">
                <a:noFill/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ru-RU"/>
              </a:p>
            </p:txBody>
          </p:sp>
        </p:grpSp>
      </p:grpSp>
      <p:sp>
        <p:nvSpPr>
          <p:cNvPr id="57" name="Надпись 1040"/>
          <p:cNvSpPr txBox="1"/>
          <p:nvPr/>
        </p:nvSpPr>
        <p:spPr bwMode="auto">
          <a:xfrm>
            <a:off x="7030863" y="2969811"/>
            <a:ext cx="2486683" cy="8229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defRPr/>
            </a:pPr>
            <a:r>
              <a:rPr lang="ru-RU"/>
              <a:t>Lorem ipsum dolor sit amet, consectetur adipiscing elit. </a:t>
            </a:r>
            <a:endParaRPr/>
          </a:p>
        </p:txBody>
      </p:sp>
      <p:grpSp>
        <p:nvGrpSpPr>
          <p:cNvPr id="61" name="Группа 1" descr="Секторные диаграммы сравнения"/>
          <p:cNvGrpSpPr/>
          <p:nvPr/>
        </p:nvGrpSpPr>
        <p:grpSpPr bwMode="auto">
          <a:xfrm>
            <a:off x="7122541" y="4645821"/>
            <a:ext cx="4310871" cy="1743462"/>
            <a:chOff x="0" y="0"/>
            <a:chExt cx="4310871" cy="1743462"/>
          </a:xfrm>
        </p:grpSpPr>
        <p:graphicFrame>
          <p:nvGraphicFramePr>
            <p:cNvPr id="62" name="Диаграмма 255" descr="Кольцевая диаграмма"/>
            <p:cNvGraphicFramePr>
              <a:graphicFrameLocks/>
            </p:cNvGraphicFramePr>
            <p:nvPr/>
          </p:nvGraphicFramePr>
          <p:xfrm>
            <a:off x="0" y="0"/>
            <a:ext cx="1352397" cy="1452033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3"/>
            </a:graphicData>
          </a:graphic>
        </p:graphicFrame>
        <p:sp>
          <p:nvSpPr>
            <p:cNvPr id="63" name="Надпись 256"/>
            <p:cNvSpPr txBox="1"/>
            <p:nvPr/>
          </p:nvSpPr>
          <p:spPr bwMode="auto">
            <a:xfrm>
              <a:off x="25419" y="1377666"/>
              <a:ext cx="1301736" cy="36579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defRPr/>
              </a:pPr>
              <a:r>
                <a:rPr lang="ru-RU" sz="12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Lorem ipsum dolor sit amet.</a:t>
              </a:r>
              <a:endParaRPr/>
            </a:p>
          </p:txBody>
        </p:sp>
        <p:sp>
          <p:nvSpPr>
            <p:cNvPr id="64" name="Надпись 258"/>
            <p:cNvSpPr txBox="1"/>
            <p:nvPr/>
          </p:nvSpPr>
          <p:spPr bwMode="auto">
            <a:xfrm>
              <a:off x="235765" y="525960"/>
              <a:ext cx="881043" cy="3962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defRPr/>
              </a:pPr>
              <a:r>
                <a:rPr lang="ru-RU" sz="2000" b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60 %</a:t>
              </a:r>
              <a:endParaRPr/>
            </a:p>
          </p:txBody>
        </p:sp>
        <p:graphicFrame>
          <p:nvGraphicFramePr>
            <p:cNvPr id="65" name="Диаграмма 269" descr="Кольцевая диаграмма"/>
            <p:cNvGraphicFramePr>
              <a:graphicFrameLocks/>
            </p:cNvGraphicFramePr>
            <p:nvPr/>
          </p:nvGraphicFramePr>
          <p:xfrm>
            <a:off x="1479237" y="0"/>
            <a:ext cx="1352397" cy="1452033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4"/>
            </a:graphicData>
          </a:graphic>
        </p:graphicFrame>
        <p:sp>
          <p:nvSpPr>
            <p:cNvPr id="66" name="Надпись 270"/>
            <p:cNvSpPr txBox="1"/>
            <p:nvPr/>
          </p:nvSpPr>
          <p:spPr bwMode="auto">
            <a:xfrm>
              <a:off x="1504657" y="1377666"/>
              <a:ext cx="1301736" cy="36579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defRPr/>
              </a:pPr>
              <a:r>
                <a:rPr lang="ru-RU" sz="12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Lorem ipsum dolor sit amet.</a:t>
              </a:r>
              <a:endParaRPr/>
            </a:p>
          </p:txBody>
        </p:sp>
        <p:sp>
          <p:nvSpPr>
            <p:cNvPr id="67" name="Надпись 271"/>
            <p:cNvSpPr txBox="1"/>
            <p:nvPr/>
          </p:nvSpPr>
          <p:spPr bwMode="auto">
            <a:xfrm>
              <a:off x="1715004" y="525960"/>
              <a:ext cx="881043" cy="3962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defRPr/>
              </a:pPr>
              <a:r>
                <a:rPr lang="ru-RU" sz="2000" b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65 %</a:t>
              </a:r>
              <a:endParaRPr/>
            </a:p>
          </p:txBody>
        </p:sp>
        <p:graphicFrame>
          <p:nvGraphicFramePr>
            <p:cNvPr id="68" name="Диаграмма 272" descr="Кольцевая диаграмма"/>
            <p:cNvGraphicFramePr>
              <a:graphicFrameLocks/>
            </p:cNvGraphicFramePr>
            <p:nvPr/>
          </p:nvGraphicFramePr>
          <p:xfrm>
            <a:off x="2958474" y="0"/>
            <a:ext cx="1352397" cy="1452033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5"/>
            </a:graphicData>
          </a:graphic>
        </p:graphicFrame>
        <p:sp>
          <p:nvSpPr>
            <p:cNvPr id="69" name="Надпись 273"/>
            <p:cNvSpPr txBox="1"/>
            <p:nvPr/>
          </p:nvSpPr>
          <p:spPr bwMode="auto">
            <a:xfrm>
              <a:off x="2983894" y="1377666"/>
              <a:ext cx="1301736" cy="36579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defRPr/>
              </a:pPr>
              <a:r>
                <a:rPr lang="ru-RU" sz="12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Lorem ipsum dolor sit amet.</a:t>
              </a:r>
              <a:endParaRPr/>
            </a:p>
          </p:txBody>
        </p:sp>
        <p:sp>
          <p:nvSpPr>
            <p:cNvPr id="70" name="Надпись 274"/>
            <p:cNvSpPr txBox="1"/>
            <p:nvPr/>
          </p:nvSpPr>
          <p:spPr bwMode="auto">
            <a:xfrm>
              <a:off x="3194240" y="525960"/>
              <a:ext cx="881043" cy="3962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defRPr/>
              </a:pPr>
              <a:r>
                <a:rPr lang="ru-RU" sz="2000" b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24 %</a:t>
              </a:r>
              <a:endParaRPr/>
            </a:p>
          </p:txBody>
        </p:sp>
      </p:grpSp>
      <p:sp>
        <p:nvSpPr>
          <p:cNvPr id="80" name="Надпись 176"/>
          <p:cNvSpPr txBox="1"/>
          <p:nvPr/>
        </p:nvSpPr>
        <p:spPr bwMode="auto">
          <a:xfrm>
            <a:off x="2686062" y="9091368"/>
            <a:ext cx="2486683" cy="8229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>
              <a:defRPr/>
            </a:pPr>
            <a:r>
              <a:rPr lang="ru-RU"/>
              <a:t>Lorem ipsum dolor sit amet, consectetur adipiscing elit. </a:t>
            </a:r>
            <a:endParaRPr/>
          </a:p>
        </p:txBody>
      </p:sp>
      <p:sp>
        <p:nvSpPr>
          <p:cNvPr id="81" name="Закрывающая скобка 1041" descr="Скобка"/>
          <p:cNvSpPr/>
          <p:nvPr/>
        </p:nvSpPr>
        <p:spPr bwMode="auto">
          <a:xfrm>
            <a:off x="7147646" y="7173733"/>
            <a:ext cx="461176" cy="2861806"/>
          </a:xfrm>
          <a:prstGeom prst="rightBrace">
            <a:avLst>
              <a:gd name="adj1" fmla="val 51503"/>
              <a:gd name="adj2" fmla="val 50000"/>
            </a:avLst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82" name="Надпись 181"/>
          <p:cNvSpPr txBox="1"/>
          <p:nvPr/>
        </p:nvSpPr>
        <p:spPr bwMode="auto">
          <a:xfrm>
            <a:off x="7857508" y="7173732"/>
            <a:ext cx="3259347" cy="201171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defRPr/>
            </a:pPr>
            <a:r>
              <a:rPr lang="ru-RU" sz="6000" b="1"/>
              <a:t>33 %</a:t>
            </a:r>
            <a:endParaRPr/>
          </a:p>
          <a:p>
            <a:pPr>
              <a:defRPr/>
            </a:pPr>
            <a:r>
              <a:rPr lang="ru-RU" sz="3600"/>
              <a:t>Lorem ipsum dolor sit amet</a:t>
            </a:r>
            <a:endParaRPr lang="ru-RU" sz="6000"/>
          </a:p>
        </p:txBody>
      </p:sp>
      <p:sp>
        <p:nvSpPr>
          <p:cNvPr id="83" name="Надпись 253"/>
          <p:cNvSpPr txBox="1"/>
          <p:nvPr/>
        </p:nvSpPr>
        <p:spPr bwMode="auto">
          <a:xfrm>
            <a:off x="7844279" y="9261172"/>
            <a:ext cx="2486683" cy="8229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defRPr/>
            </a:pPr>
            <a:r>
              <a:rPr lang="ru-RU"/>
              <a:t>Lorem ipsum dolor sit amet, consectetur adipiscing elit. </a:t>
            </a:r>
            <a:endParaRPr/>
          </a:p>
        </p:txBody>
      </p:sp>
      <p:grpSp>
        <p:nvGrpSpPr>
          <p:cNvPr id="84" name="Группа 1034" title="Заголовок раздела"/>
          <p:cNvGrpSpPr/>
          <p:nvPr/>
        </p:nvGrpSpPr>
        <p:grpSpPr bwMode="auto">
          <a:xfrm>
            <a:off x="5431607" y="11409115"/>
            <a:ext cx="4221287" cy="1113120"/>
            <a:chOff x="5431607" y="10407788"/>
            <a:chExt cx="4221287" cy="1113120"/>
          </a:xfrm>
        </p:grpSpPr>
        <p:sp>
          <p:nvSpPr>
            <p:cNvPr id="85" name="Прямоугольник 160"/>
            <p:cNvSpPr/>
            <p:nvPr/>
          </p:nvSpPr>
          <p:spPr bwMode="auto">
            <a:xfrm rot="16199998">
              <a:off x="7971543" y="9975081"/>
              <a:ext cx="216000" cy="2875653"/>
            </a:xfrm>
            <a:prstGeom prst="rect">
              <a:avLst/>
            </a:prstGeom>
            <a:solidFill>
              <a:schemeClr val="tx1">
                <a:alpha val="7999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ru-RU"/>
            </a:p>
          </p:txBody>
        </p:sp>
        <p:sp>
          <p:nvSpPr>
            <p:cNvPr id="86" name="Полилиния: фигура 161"/>
            <p:cNvSpPr/>
            <p:nvPr/>
          </p:nvSpPr>
          <p:spPr bwMode="auto">
            <a:xfrm rot="16199998">
              <a:off x="5384583" y="11293067"/>
              <a:ext cx="225472" cy="126660"/>
            </a:xfrm>
            <a:custGeom>
              <a:avLst/>
              <a:gdLst>
                <a:gd name="connsiteX0" fmla="*/ 221030 w 221030"/>
                <a:gd name="connsiteY0" fmla="*/ 0 h 126660"/>
                <a:gd name="connsiteX1" fmla="*/ 221030 w 221030"/>
                <a:gd name="connsiteY1" fmla="*/ 126660 h 126660"/>
                <a:gd name="connsiteX2" fmla="*/ 0 w 221030"/>
                <a:gd name="connsiteY2" fmla="*/ 126660 h 126660"/>
                <a:gd name="connsiteX3" fmla="*/ 992 w 221030"/>
                <a:gd name="connsiteY3" fmla="*/ 121750 h 126660"/>
                <a:gd name="connsiteX4" fmla="*/ 184669 w 221030"/>
                <a:gd name="connsiteY4" fmla="*/ 0 h 126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1030" h="126660" extrusionOk="0">
                  <a:moveTo>
                    <a:pt x="221030" y="0"/>
                  </a:moveTo>
                  <a:lnTo>
                    <a:pt x="221030" y="126660"/>
                  </a:lnTo>
                  <a:lnTo>
                    <a:pt x="0" y="126660"/>
                  </a:lnTo>
                  <a:lnTo>
                    <a:pt x="992" y="121750"/>
                  </a:lnTo>
                  <a:cubicBezTo>
                    <a:pt x="31254" y="50203"/>
                    <a:pt x="102099" y="0"/>
                    <a:pt x="184669" y="0"/>
                  </a:cubicBez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defRPr/>
              </a:pPr>
              <a:endParaRPr lang="ru-RU"/>
            </a:p>
          </p:txBody>
        </p:sp>
        <p:sp>
          <p:nvSpPr>
            <p:cNvPr id="87" name="Прямоугольник 162"/>
            <p:cNvSpPr/>
            <p:nvPr/>
          </p:nvSpPr>
          <p:spPr bwMode="auto">
            <a:xfrm>
              <a:off x="5558270" y="11272843"/>
              <a:ext cx="1083443" cy="162657"/>
            </a:xfrm>
            <a:prstGeom prst="rect">
              <a:avLst/>
            </a:prstGeom>
            <a:solidFill>
              <a:schemeClr val="tx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ru-RU"/>
            </a:p>
          </p:txBody>
        </p:sp>
        <p:sp>
          <p:nvSpPr>
            <p:cNvPr id="88" name="Прямоугольник: скругленные верхние углы 163"/>
            <p:cNvSpPr/>
            <p:nvPr/>
          </p:nvSpPr>
          <p:spPr bwMode="auto">
            <a:xfrm rot="16199998">
              <a:off x="7092252" y="8747144"/>
              <a:ext cx="900000" cy="4221287"/>
            </a:xfrm>
            <a:prstGeom prst="round2SameRect">
              <a:avLst>
                <a:gd name="adj1" fmla="val 7001"/>
                <a:gd name="adj2" fmla="val 0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ru-RU"/>
            </a:p>
          </p:txBody>
        </p:sp>
        <p:sp>
          <p:nvSpPr>
            <p:cNvPr id="89" name="Надпись 164"/>
            <p:cNvSpPr txBox="1"/>
            <p:nvPr/>
          </p:nvSpPr>
          <p:spPr bwMode="auto">
            <a:xfrm>
              <a:off x="6372940" y="10497786"/>
              <a:ext cx="3188090" cy="720000"/>
            </a:xfrm>
            <a:prstGeom prst="rect">
              <a:avLst/>
            </a:prstGeom>
            <a:gradFill>
              <a:gsLst>
                <a:gs pos="0">
                  <a:schemeClr val="tx1"/>
                </a:gs>
                <a:gs pos="100000">
                  <a:schemeClr val="tx1"/>
                </a:gs>
              </a:gsLst>
              <a:lin ang="0" scaled="1"/>
            </a:gradFill>
          </p:spPr>
          <p:txBody>
            <a:bodyPr wrap="square" lIns="144000" tIns="0" rIns="144000" bIns="0" rtlCol="0" anchor="ctr">
              <a:noAutofit/>
            </a:bodyPr>
            <a:lstStyle/>
            <a:p>
              <a:pPr>
                <a:defRPr/>
              </a:pPr>
              <a:r>
                <a:rPr lang="ru-RU" sz="2400">
                  <a:solidFill>
                    <a:schemeClr val="bg1"/>
                  </a:solidFill>
                  <a:latin typeface="Arial"/>
                </a:rPr>
                <a:t>Заголовок раздела</a:t>
              </a:r>
            </a:p>
          </p:txBody>
        </p:sp>
      </p:grpSp>
      <p:grpSp>
        <p:nvGrpSpPr>
          <p:cNvPr id="90" name="Группа 1039" descr="Значок устройства&#10;"/>
          <p:cNvGrpSpPr/>
          <p:nvPr/>
        </p:nvGrpSpPr>
        <p:grpSpPr bwMode="auto">
          <a:xfrm>
            <a:off x="5576267" y="11562858"/>
            <a:ext cx="650318" cy="592512"/>
            <a:chOff x="5576267" y="10561531"/>
            <a:chExt cx="650318" cy="592512"/>
          </a:xfrm>
        </p:grpSpPr>
        <p:pic>
          <p:nvPicPr>
            <p:cNvPr id="91" name="Графический объект 165" descr="Значок"/>
            <p:cNvPicPr>
              <a:picLocks noChangeAspect="1"/>
            </p:cNvPicPr>
            <p:nvPr/>
          </p:nvPicPr>
          <p:blipFill>
            <a:blip r:embed="rId6"/>
            <a:stretch/>
          </p:blipFill>
          <p:spPr bwMode="auto">
            <a:xfrm>
              <a:off x="5576267" y="10561531"/>
              <a:ext cx="650318" cy="592512"/>
            </a:xfrm>
            <a:prstGeom prst="rect">
              <a:avLst/>
            </a:prstGeom>
            <a:effectLst/>
          </p:spPr>
        </p:pic>
        <p:pic>
          <p:nvPicPr>
            <p:cNvPr id="92" name="Графический объект 1024" descr="Колба" title="Значок заполнителя"/>
            <p:cNvPicPr>
              <a:picLocks noChangeAspect="1"/>
            </p:cNvPicPr>
            <p:nvPr/>
          </p:nvPicPr>
          <p:blipFill>
            <a:blip r:embed="rId7"/>
            <a:stretch/>
          </p:blipFill>
          <p:spPr bwMode="auto">
            <a:xfrm>
              <a:off x="5681628" y="10642119"/>
              <a:ext cx="426575" cy="426575"/>
            </a:xfrm>
            <a:prstGeom prst="rect">
              <a:avLst/>
            </a:prstGeom>
          </p:spPr>
        </p:pic>
      </p:grpSp>
      <p:sp>
        <p:nvSpPr>
          <p:cNvPr id="93" name="Надпись 179"/>
          <p:cNvSpPr txBox="1"/>
          <p:nvPr/>
        </p:nvSpPr>
        <p:spPr bwMode="auto">
          <a:xfrm>
            <a:off x="7030863" y="12554298"/>
            <a:ext cx="2486683" cy="8229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defRPr/>
            </a:pPr>
            <a:r>
              <a:rPr lang="ru-RU"/>
              <a:t>Lorem ipsum dolor sit amet, consectetur adipiscing elit. </a:t>
            </a:r>
            <a:endParaRPr/>
          </a:p>
        </p:txBody>
      </p:sp>
      <p:sp>
        <p:nvSpPr>
          <p:cNvPr id="94" name="Закрывающая скобка 183" descr="Скобка"/>
          <p:cNvSpPr/>
          <p:nvPr/>
        </p:nvSpPr>
        <p:spPr bwMode="auto">
          <a:xfrm flipH="1">
            <a:off x="4732821" y="10172523"/>
            <a:ext cx="461176" cy="3280009"/>
          </a:xfrm>
          <a:prstGeom prst="rightBrace">
            <a:avLst>
              <a:gd name="adj1" fmla="val 51503"/>
              <a:gd name="adj2" fmla="val 75554"/>
            </a:avLst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95" name="Надпись 184"/>
          <p:cNvSpPr txBox="1"/>
          <p:nvPr/>
        </p:nvSpPr>
        <p:spPr bwMode="auto">
          <a:xfrm>
            <a:off x="1209323" y="11190247"/>
            <a:ext cx="3294778" cy="201171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>
              <a:defRPr/>
            </a:pPr>
            <a:r>
              <a:rPr lang="ru-RU" sz="6000" b="1"/>
              <a:t>45 %</a:t>
            </a:r>
            <a:endParaRPr/>
          </a:p>
          <a:p>
            <a:pPr algn="r">
              <a:defRPr/>
            </a:pPr>
            <a:r>
              <a:rPr lang="ru-RU" sz="3600"/>
              <a:t>Lorem ipsum dolor sit amet</a:t>
            </a:r>
            <a:endParaRPr lang="ru-RU" sz="6000"/>
          </a:p>
        </p:txBody>
      </p:sp>
      <p:grpSp>
        <p:nvGrpSpPr>
          <p:cNvPr id="96" name="Группа 3" descr="Условные обозначения"/>
          <p:cNvGrpSpPr/>
          <p:nvPr/>
        </p:nvGrpSpPr>
        <p:grpSpPr bwMode="auto">
          <a:xfrm>
            <a:off x="645787" y="14669487"/>
            <a:ext cx="4029792" cy="198719"/>
            <a:chOff x="645787" y="14669487"/>
            <a:chExt cx="4029792" cy="198719"/>
          </a:xfrm>
        </p:grpSpPr>
        <p:sp>
          <p:nvSpPr>
            <p:cNvPr id="97" name="Надпись 244"/>
            <p:cNvSpPr txBox="1"/>
            <p:nvPr/>
          </p:nvSpPr>
          <p:spPr bwMode="auto">
            <a:xfrm>
              <a:off x="913250" y="14669487"/>
              <a:ext cx="1038464" cy="18919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>
                <a:defRPr/>
              </a:pPr>
              <a:r>
                <a:rPr lang="ru-RU" sz="120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Преподаватели</a:t>
              </a:r>
            </a:p>
          </p:txBody>
        </p:sp>
        <p:sp>
          <p:nvSpPr>
            <p:cNvPr id="98" name="Надпись 245"/>
            <p:cNvSpPr txBox="1"/>
            <p:nvPr/>
          </p:nvSpPr>
          <p:spPr bwMode="auto">
            <a:xfrm>
              <a:off x="2415264" y="14669487"/>
              <a:ext cx="943750" cy="18919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>
                <a:defRPr/>
              </a:pPr>
              <a:r>
                <a:rPr lang="ru-RU" sz="120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Образование</a:t>
              </a:r>
            </a:p>
          </p:txBody>
        </p:sp>
        <p:grpSp>
          <p:nvGrpSpPr>
            <p:cNvPr id="99" name="Группа 4" descr="Цвет условных обозначений&#10;"/>
            <p:cNvGrpSpPr/>
            <p:nvPr/>
          </p:nvGrpSpPr>
          <p:grpSpPr bwMode="auto">
            <a:xfrm>
              <a:off x="645787" y="14696760"/>
              <a:ext cx="172749" cy="171446"/>
              <a:chOff x="645787" y="14696760"/>
              <a:chExt cx="172749" cy="171446"/>
            </a:xfrm>
          </p:grpSpPr>
          <p:sp>
            <p:nvSpPr>
              <p:cNvPr id="100" name="Прямоугольник 250" descr="Тень индикатора условных обозначений&#10;"/>
              <p:cNvSpPr/>
              <p:nvPr/>
            </p:nvSpPr>
            <p:spPr bwMode="auto">
              <a:xfrm>
                <a:off x="683887" y="14733557"/>
                <a:ext cx="134649" cy="134649"/>
              </a:xfrm>
              <a:prstGeom prst="rect">
                <a:avLst/>
              </a:prstGeom>
              <a:solidFill>
                <a:schemeClr val="tx1">
                  <a:alpha val="20000"/>
                </a:schemeClr>
              </a:solidFill>
              <a:ln w="2222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ru-RU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101" name="Прямоугольник 246" descr="Индикатор условных обозначений"/>
              <p:cNvSpPr/>
              <p:nvPr/>
            </p:nvSpPr>
            <p:spPr bwMode="auto">
              <a:xfrm>
                <a:off x="645787" y="14696760"/>
                <a:ext cx="134649" cy="134649"/>
              </a:xfrm>
              <a:prstGeom prst="rect">
                <a:avLst/>
              </a:prstGeom>
              <a:solidFill>
                <a:schemeClr val="accent1"/>
              </a:solidFill>
              <a:ln w="2222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ru-RU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</p:grpSp>
        <p:grpSp>
          <p:nvGrpSpPr>
            <p:cNvPr id="102" name="Группа 5" descr="Цвет условных обозначений&#10;"/>
            <p:cNvGrpSpPr/>
            <p:nvPr/>
          </p:nvGrpSpPr>
          <p:grpSpPr bwMode="auto">
            <a:xfrm>
              <a:off x="2147801" y="14696760"/>
              <a:ext cx="172749" cy="171446"/>
              <a:chOff x="2147801" y="14696760"/>
              <a:chExt cx="172749" cy="171446"/>
            </a:xfrm>
          </p:grpSpPr>
          <p:sp>
            <p:nvSpPr>
              <p:cNvPr id="103" name="Прямоугольник 251" descr="Тень индикатора условных обозначений&#10;"/>
              <p:cNvSpPr/>
              <p:nvPr/>
            </p:nvSpPr>
            <p:spPr bwMode="auto">
              <a:xfrm>
                <a:off x="2185901" y="14733557"/>
                <a:ext cx="134649" cy="134649"/>
              </a:xfrm>
              <a:prstGeom prst="rect">
                <a:avLst/>
              </a:prstGeom>
              <a:solidFill>
                <a:schemeClr val="tx1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ru-RU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104" name="Прямоугольник 247" descr="Индикатор условных обозначений&#10;"/>
              <p:cNvSpPr/>
              <p:nvPr/>
            </p:nvSpPr>
            <p:spPr bwMode="auto">
              <a:xfrm>
                <a:off x="2147801" y="14696760"/>
                <a:ext cx="134649" cy="134649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ru-RU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</p:grpSp>
        <p:grpSp>
          <p:nvGrpSpPr>
            <p:cNvPr id="105" name="Группа 6" descr="Цвет условных обозначений&#10;"/>
            <p:cNvGrpSpPr/>
            <p:nvPr/>
          </p:nvGrpSpPr>
          <p:grpSpPr bwMode="auto">
            <a:xfrm>
              <a:off x="3560915" y="14696760"/>
              <a:ext cx="172749" cy="171446"/>
              <a:chOff x="3560915" y="14696760"/>
              <a:chExt cx="172749" cy="171446"/>
            </a:xfrm>
          </p:grpSpPr>
          <p:sp>
            <p:nvSpPr>
              <p:cNvPr id="106" name="Прямоугольник 252" descr="Тень индикатора условных обозначений&#10;"/>
              <p:cNvSpPr/>
              <p:nvPr/>
            </p:nvSpPr>
            <p:spPr bwMode="auto">
              <a:xfrm>
                <a:off x="3599015" y="14733557"/>
                <a:ext cx="134649" cy="134649"/>
              </a:xfrm>
              <a:prstGeom prst="rect">
                <a:avLst/>
              </a:prstGeom>
              <a:solidFill>
                <a:schemeClr val="tx1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ru-RU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107" name="Прямоугольник 248" descr="Индикатор условных обозначений&#10;"/>
              <p:cNvSpPr/>
              <p:nvPr/>
            </p:nvSpPr>
            <p:spPr bwMode="auto">
              <a:xfrm>
                <a:off x="3560915" y="14696760"/>
                <a:ext cx="134649" cy="134649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ru-RU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</p:grpSp>
        <p:sp>
          <p:nvSpPr>
            <p:cNvPr id="108" name="Надпись 249"/>
            <p:cNvSpPr txBox="1"/>
            <p:nvPr/>
          </p:nvSpPr>
          <p:spPr bwMode="auto">
            <a:xfrm>
              <a:off x="3871833" y="14669487"/>
              <a:ext cx="803746" cy="18919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>
                <a:defRPr/>
              </a:pPr>
              <a:r>
                <a:rPr lang="ru-RU" sz="120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Навыки</a:t>
              </a:r>
              <a:endParaRPr/>
            </a:p>
          </p:txBody>
        </p:sp>
      </p:grpSp>
      <p:grpSp>
        <p:nvGrpSpPr>
          <p:cNvPr id="109" name="Группа 2" descr="Информация нижнего колонтитула, например сведения о печати на небольших листах и контактные данные"/>
          <p:cNvGrpSpPr/>
          <p:nvPr/>
        </p:nvGrpSpPr>
        <p:grpSpPr bwMode="auto">
          <a:xfrm>
            <a:off x="330199" y="15346680"/>
            <a:ext cx="11384973" cy="872682"/>
            <a:chOff x="0" y="0"/>
            <a:chExt cx="11384973" cy="872682"/>
          </a:xfrm>
        </p:grpSpPr>
        <p:sp>
          <p:nvSpPr>
            <p:cNvPr id="110" name="Надпись 234"/>
            <p:cNvSpPr txBox="1"/>
            <p:nvPr/>
          </p:nvSpPr>
          <p:spPr bwMode="auto">
            <a:xfrm>
              <a:off x="0" y="74491"/>
              <a:ext cx="6469718" cy="667357"/>
            </a:xfrm>
            <a:prstGeom prst="rect">
              <a:avLst/>
            </a:prstGeom>
            <a:noFill/>
          </p:spPr>
          <p:txBody>
            <a:bodyPr wrap="square" lIns="0" tIns="0" rIns="0" bIns="0" numCol="3" spcCol="180000" rtlCol="0" anchor="t">
              <a:noAutofit/>
            </a:bodyPr>
            <a:lstStyle/>
            <a:p>
              <a:pPr>
                <a:defRPr/>
              </a:pPr>
              <a:r>
                <a:rPr lang="ru-RU" sz="800" b="1"/>
                <a:t>Источники информации</a:t>
              </a:r>
              <a:endParaRPr/>
            </a:p>
            <a:p>
              <a:pPr>
                <a:defRPr/>
              </a:pPr>
              <a:r>
                <a:rPr lang="ru-RU" sz="800"/>
                <a:t>* Lorem ipsum dolor sit amet, consectetuer adipiscing elit. Maecenas porttitor congue massa. Fusce posuere, magna sed pulvinar ultricies, purus lectus malesuada libero, sit.</a:t>
              </a:r>
              <a:br>
                <a:rPr lang="ru-RU" sz="800"/>
              </a:br>
              <a:endParaRPr lang="ru-RU" sz="800"/>
            </a:p>
            <a:p>
              <a:pPr>
                <a:defRPr/>
              </a:pPr>
              <a:r>
                <a:rPr lang="ru-RU" sz="800"/>
                <a:t>** Nunc viverra imperdiet enim. Fusce est. Vivamus a tellus. Pellentesque habitant morbi tristique senectus et netus et malesuada fames ac turpis egestas. Proin pharetra nonummy pede. Mauris et orci. </a:t>
              </a:r>
              <a:endParaRPr/>
            </a:p>
            <a:p>
              <a:pPr>
                <a:defRPr/>
              </a:pPr>
              <a:endParaRPr lang="ru-RU" sz="800"/>
            </a:p>
            <a:p>
              <a:pPr>
                <a:defRPr/>
              </a:pPr>
              <a:r>
                <a:rPr lang="ru-RU" sz="800"/>
                <a:t>*** Lorem ipsum dolor sit amet, consectetuer adipiscing elit. Maecenas porttitor congue massa. Fusce posuere, magna sed pulvinar ultricies, purus lectus malesuada libero, sit amet.</a:t>
              </a:r>
              <a:endParaRPr/>
            </a:p>
            <a:p>
              <a:pPr>
                <a:defRPr/>
              </a:pPr>
              <a:endParaRPr lang="ru-RU" sz="800"/>
            </a:p>
            <a:p>
              <a:pPr>
                <a:defRPr/>
              </a:pPr>
              <a:endParaRPr lang="ru-RU" sz="800" b="1"/>
            </a:p>
          </p:txBody>
        </p:sp>
        <p:cxnSp>
          <p:nvCxnSpPr>
            <p:cNvPr id="111" name="Прямая соединительная линия 239"/>
            <p:cNvCxnSpPr>
              <a:cxnSpLocks/>
            </p:cNvCxnSpPr>
            <p:nvPr/>
          </p:nvCxnSpPr>
          <p:spPr bwMode="auto">
            <a:xfrm>
              <a:off x="6792341" y="0"/>
              <a:ext cx="0" cy="798712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2" name="Надпись 236"/>
            <p:cNvSpPr txBox="1"/>
            <p:nvPr/>
          </p:nvSpPr>
          <p:spPr bwMode="auto">
            <a:xfrm>
              <a:off x="7372116" y="74491"/>
              <a:ext cx="1898674" cy="192208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>
                <a:defRPr/>
              </a:pPr>
              <a:r>
                <a:rPr lang="ru-RU" sz="1200"/>
                <a:t>www.bellowscollege.com</a:t>
              </a:r>
              <a:endParaRPr/>
            </a:p>
          </p:txBody>
        </p:sp>
        <p:sp>
          <p:nvSpPr>
            <p:cNvPr id="113" name="Надпись 237"/>
            <p:cNvSpPr txBox="1"/>
            <p:nvPr/>
          </p:nvSpPr>
          <p:spPr bwMode="auto">
            <a:xfrm>
              <a:off x="7372116" y="295695"/>
              <a:ext cx="1898674" cy="192208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>
                <a:defRPr/>
              </a:pPr>
              <a:r>
                <a:rPr lang="ru-RU" sz="1200"/>
                <a:t>info@bellowscollege.com</a:t>
              </a:r>
              <a:endParaRPr/>
            </a:p>
          </p:txBody>
        </p:sp>
        <p:sp>
          <p:nvSpPr>
            <p:cNvPr id="114" name="Надпись 238"/>
            <p:cNvSpPr txBox="1"/>
            <p:nvPr/>
          </p:nvSpPr>
          <p:spPr bwMode="auto">
            <a:xfrm>
              <a:off x="7372116" y="514512"/>
              <a:ext cx="1898674" cy="192208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>
                <a:defRPr/>
              </a:pPr>
              <a:r>
                <a:rPr lang="ru-RU" sz="1200"/>
                <a:t>208 555 0100</a:t>
              </a:r>
              <a:endParaRPr/>
            </a:p>
          </p:txBody>
        </p:sp>
        <p:pic>
          <p:nvPicPr>
            <p:cNvPr id="115" name="Графический объект 240" descr="Конверт" title="Значок: электронный адрес докладчика"/>
            <p:cNvPicPr>
              <a:picLocks noChangeAspect="1"/>
            </p:cNvPicPr>
            <p:nvPr/>
          </p:nvPicPr>
          <p:blipFill>
            <a:blip r:embed="rId8"/>
            <a:stretch/>
          </p:blipFill>
          <p:spPr bwMode="auto">
            <a:xfrm>
              <a:off x="7105479" y="331078"/>
              <a:ext cx="149512" cy="149512"/>
            </a:xfrm>
            <a:prstGeom prst="rect">
              <a:avLst/>
            </a:prstGeom>
          </p:spPr>
        </p:pic>
        <p:pic>
          <p:nvPicPr>
            <p:cNvPr id="116" name="Графический объект 241" descr="Смартфон" title="Значок: номер телефона докладчика"/>
            <p:cNvPicPr>
              <a:picLocks noChangeAspect="1"/>
            </p:cNvPicPr>
            <p:nvPr/>
          </p:nvPicPr>
          <p:blipFill>
            <a:blip r:embed="rId9"/>
            <a:stretch/>
          </p:blipFill>
          <p:spPr bwMode="auto">
            <a:xfrm>
              <a:off x="7105479" y="535860"/>
              <a:ext cx="149512" cy="149512"/>
            </a:xfrm>
            <a:prstGeom prst="rect">
              <a:avLst/>
            </a:prstGeom>
          </p:spPr>
        </p:pic>
        <p:pic>
          <p:nvPicPr>
            <p:cNvPr id="117" name="Графический объект 242" descr="Ссылка"/>
            <p:cNvPicPr>
              <a:picLocks noChangeAspect="1"/>
            </p:cNvPicPr>
            <p:nvPr/>
          </p:nvPicPr>
          <p:blipFill>
            <a:blip r:embed="rId10"/>
            <a:stretch/>
          </p:blipFill>
          <p:spPr bwMode="auto">
            <a:xfrm>
              <a:off x="7096639" y="108614"/>
              <a:ext cx="167193" cy="167193"/>
            </a:xfrm>
            <a:prstGeom prst="rect">
              <a:avLst/>
            </a:prstGeom>
          </p:spPr>
        </p:pic>
        <p:sp>
          <p:nvSpPr>
            <p:cNvPr id="118" name="Надпись 233"/>
            <p:cNvSpPr txBox="1"/>
            <p:nvPr/>
          </p:nvSpPr>
          <p:spPr bwMode="auto">
            <a:xfrm>
              <a:off x="9806695" y="142346"/>
              <a:ext cx="1578277" cy="730334"/>
            </a:xfrm>
            <a:prstGeom prst="rect">
              <a:avLst/>
            </a:prstGeom>
            <a:noFill/>
          </p:spPr>
          <p:txBody>
            <a:bodyPr wrap="square" lIns="0" tIns="108000" rIns="0" bIns="0" rtlCol="0">
              <a:spAutoFit/>
            </a:bodyPr>
            <a:lstStyle/>
            <a:p>
              <a:pPr algn="ctr">
                <a:lnSpc>
                  <a:spcPts val="2000"/>
                </a:lnSpc>
                <a:defRPr/>
              </a:pPr>
              <a:r>
                <a:rPr lang="ru-RU" sz="3000" b="1" spc="-150">
                  <a:solidFill>
                    <a:schemeClr val="tx1">
                      <a:lumMod val="85000"/>
                      <a:lumOff val="15000"/>
                    </a:schemeClr>
                  </a:solidFill>
                  <a:latin typeface="Corbel"/>
                </a:rPr>
                <a:t>BELLOWS</a:t>
              </a:r>
              <a:endParaRPr lang="ru-RU" sz="2850" b="1" spc="-150">
                <a:solidFill>
                  <a:schemeClr val="tx1">
                    <a:lumMod val="85000"/>
                    <a:lumOff val="15000"/>
                  </a:schemeClr>
                </a:solidFill>
                <a:latin typeface="Corbel"/>
              </a:endParaRPr>
            </a:p>
            <a:p>
              <a:pPr algn="ctr">
                <a:lnSpc>
                  <a:spcPts val="900"/>
                </a:lnSpc>
                <a:defRPr/>
              </a:pPr>
              <a:r>
                <a:rPr lang="ru-RU" sz="1150">
                  <a:solidFill>
                    <a:schemeClr val="tx1">
                      <a:lumMod val="85000"/>
                      <a:lumOff val="15000"/>
                    </a:schemeClr>
                  </a:solidFill>
                  <a:latin typeface="Corbel"/>
                </a:rPr>
                <a:t>College</a:t>
              </a:r>
              <a:endParaRPr lang="ru-RU" sz="1300" i="1">
                <a:solidFill>
                  <a:schemeClr val="tx1">
                    <a:lumMod val="85000"/>
                    <a:lumOff val="15000"/>
                  </a:schemeClr>
                </a:solidFill>
                <a:latin typeface="Corbel"/>
              </a:endParaRPr>
            </a:p>
          </p:txBody>
        </p:sp>
        <p:cxnSp>
          <p:nvCxnSpPr>
            <p:cNvPr id="119" name="Прямая соединительная линия 235"/>
            <p:cNvCxnSpPr>
              <a:cxnSpLocks/>
            </p:cNvCxnSpPr>
            <p:nvPr/>
          </p:nvCxnSpPr>
          <p:spPr bwMode="auto">
            <a:xfrm>
              <a:off x="9489808" y="0"/>
              <a:ext cx="0" cy="798712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28353495" name="Группа 728353494"/>
          <p:cNvGrpSpPr/>
          <p:nvPr/>
        </p:nvGrpSpPr>
        <p:grpSpPr bwMode="auto">
          <a:xfrm>
            <a:off x="5223247" y="1808618"/>
            <a:ext cx="4221286" cy="1116694"/>
            <a:chOff x="0" y="0"/>
            <a:chExt cx="4221286" cy="1116694"/>
          </a:xfrm>
        </p:grpSpPr>
        <p:grpSp>
          <p:nvGrpSpPr>
            <p:cNvPr id="51" name="Группа 1033" title="Заголовок раздела"/>
            <p:cNvGrpSpPr/>
            <p:nvPr/>
          </p:nvGrpSpPr>
          <p:grpSpPr bwMode="auto">
            <a:xfrm>
              <a:off x="0" y="0"/>
              <a:ext cx="4221287" cy="1116695"/>
              <a:chOff x="5431607" y="4234169"/>
              <a:chExt cx="4221287" cy="1116695"/>
            </a:xfrm>
          </p:grpSpPr>
          <p:sp>
            <p:nvSpPr>
              <p:cNvPr id="52" name="Прямоугольник 104"/>
              <p:cNvSpPr/>
              <p:nvPr/>
            </p:nvSpPr>
            <p:spPr bwMode="auto">
              <a:xfrm rot="16199998">
                <a:off x="7971542" y="3805037"/>
                <a:ext cx="216000" cy="2875653"/>
              </a:xfrm>
              <a:prstGeom prst="rect">
                <a:avLst/>
              </a:prstGeom>
              <a:solidFill>
                <a:schemeClr val="tx1">
                  <a:alpha val="7999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ru-RU"/>
              </a:p>
            </p:txBody>
          </p:sp>
          <p:sp>
            <p:nvSpPr>
              <p:cNvPr id="53" name="Полилиния: фигура 90"/>
              <p:cNvSpPr/>
              <p:nvPr/>
            </p:nvSpPr>
            <p:spPr bwMode="auto">
              <a:xfrm rot="16199998">
                <a:off x="5384583" y="5119448"/>
                <a:ext cx="225472" cy="126660"/>
              </a:xfrm>
              <a:custGeom>
                <a:avLst/>
                <a:gdLst>
                  <a:gd name="connsiteX0" fmla="*/ 221030 w 221030"/>
                  <a:gd name="connsiteY0" fmla="*/ 0 h 126660"/>
                  <a:gd name="connsiteX1" fmla="*/ 221030 w 221030"/>
                  <a:gd name="connsiteY1" fmla="*/ 126660 h 126660"/>
                  <a:gd name="connsiteX2" fmla="*/ 0 w 221030"/>
                  <a:gd name="connsiteY2" fmla="*/ 126660 h 126660"/>
                  <a:gd name="connsiteX3" fmla="*/ 992 w 221030"/>
                  <a:gd name="connsiteY3" fmla="*/ 121750 h 126660"/>
                  <a:gd name="connsiteX4" fmla="*/ 184669 w 221030"/>
                  <a:gd name="connsiteY4" fmla="*/ 0 h 1266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21030" h="126660" extrusionOk="0">
                    <a:moveTo>
                      <a:pt x="221030" y="0"/>
                    </a:moveTo>
                    <a:lnTo>
                      <a:pt x="221030" y="126660"/>
                    </a:lnTo>
                    <a:lnTo>
                      <a:pt x="0" y="126660"/>
                    </a:lnTo>
                    <a:lnTo>
                      <a:pt x="992" y="121750"/>
                    </a:lnTo>
                    <a:cubicBezTo>
                      <a:pt x="31254" y="50203"/>
                      <a:pt x="102099" y="0"/>
                      <a:pt x="184669" y="0"/>
                    </a:cubicBezTo>
                    <a:close/>
                  </a:path>
                </a:pathLst>
              </a:cu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defRPr/>
                </a:pPr>
                <a:endParaRPr lang="ru-RU"/>
              </a:p>
            </p:txBody>
          </p:sp>
          <p:sp>
            <p:nvSpPr>
              <p:cNvPr id="54" name="Прямоугольник 41"/>
              <p:cNvSpPr/>
              <p:nvPr/>
            </p:nvSpPr>
            <p:spPr bwMode="auto">
              <a:xfrm>
                <a:off x="5558270" y="5099224"/>
                <a:ext cx="1083443" cy="162657"/>
              </a:xfrm>
              <a:prstGeom prst="rect">
                <a:avLst/>
              </a:prstGeom>
              <a:solidFill>
                <a:schemeClr val="tx1">
                  <a:alpha val="3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ru-RU"/>
              </a:p>
            </p:txBody>
          </p:sp>
          <p:sp>
            <p:nvSpPr>
              <p:cNvPr id="55" name="Прямоугольник: скругленные верхние углы 38"/>
              <p:cNvSpPr/>
              <p:nvPr/>
            </p:nvSpPr>
            <p:spPr bwMode="auto">
              <a:xfrm rot="16199998">
                <a:off x="7092252" y="2573524"/>
                <a:ext cx="900000" cy="4221287"/>
              </a:xfrm>
              <a:prstGeom prst="round2SameRect">
                <a:avLst>
                  <a:gd name="adj1" fmla="val 7001"/>
                  <a:gd name="adj2" fmla="val 0"/>
                </a:avLst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ru-RU"/>
              </a:p>
            </p:txBody>
          </p:sp>
          <p:sp>
            <p:nvSpPr>
              <p:cNvPr id="56" name="Надпись 103"/>
              <p:cNvSpPr txBox="1"/>
              <p:nvPr/>
            </p:nvSpPr>
            <p:spPr bwMode="auto">
              <a:xfrm>
                <a:off x="6372940" y="4324167"/>
                <a:ext cx="3188090" cy="720000"/>
              </a:xfrm>
              <a:prstGeom prst="rect">
                <a:avLst/>
              </a:prstGeom>
              <a:gradFill>
                <a:gsLst>
                  <a:gs pos="0">
                    <a:schemeClr val="tx1"/>
                  </a:gs>
                  <a:gs pos="100000">
                    <a:schemeClr val="tx1"/>
                  </a:gs>
                </a:gsLst>
                <a:lin ang="0" scaled="1"/>
              </a:gradFill>
            </p:spPr>
            <p:txBody>
              <a:bodyPr wrap="square" lIns="144000" tIns="0" rIns="144000" bIns="0" rtlCol="0" anchor="ctr">
                <a:noAutofit/>
              </a:bodyPr>
              <a:lstStyle/>
              <a:p>
                <a:pPr>
                  <a:defRPr/>
                </a:pPr>
                <a:r>
                  <a:rPr lang="ru-RU" sz="2400">
                    <a:solidFill>
                      <a:schemeClr val="bg1"/>
                    </a:solidFill>
                    <a:latin typeface="Arial"/>
                  </a:rPr>
                  <a:t>Заголовок раздела</a:t>
                </a:r>
              </a:p>
            </p:txBody>
          </p:sp>
        </p:grpSp>
        <p:grpSp>
          <p:nvGrpSpPr>
            <p:cNvPr id="58" name="Группа 1037" descr="Значок устройства&#10;"/>
            <p:cNvGrpSpPr/>
            <p:nvPr/>
          </p:nvGrpSpPr>
          <p:grpSpPr bwMode="auto">
            <a:xfrm>
              <a:off x="185913" y="153743"/>
              <a:ext cx="650318" cy="592512"/>
              <a:chOff x="5576267" y="4387912"/>
              <a:chExt cx="650318" cy="592512"/>
            </a:xfrm>
          </p:grpSpPr>
          <p:pic>
            <p:nvPicPr>
              <p:cNvPr id="59" name="Графический объект 137" descr="Значок"/>
              <p:cNvPicPr>
                <a:picLocks noChangeAspect="1"/>
              </p:cNvPicPr>
              <p:nvPr/>
            </p:nvPicPr>
            <p:blipFill>
              <a:blip r:embed="rId6"/>
              <a:stretch/>
            </p:blipFill>
            <p:spPr bwMode="auto">
              <a:xfrm>
                <a:off x="5576267" y="4387912"/>
                <a:ext cx="650318" cy="592512"/>
              </a:xfrm>
              <a:prstGeom prst="rect">
                <a:avLst/>
              </a:prstGeom>
              <a:effectLst/>
            </p:spPr>
          </p:pic>
          <p:pic>
            <p:nvPicPr>
              <p:cNvPr id="60" name="Графический объект 124" descr="Книги" title="Значок заполнителя"/>
              <p:cNvPicPr>
                <a:picLocks noChangeAspect="1"/>
              </p:cNvPicPr>
              <p:nvPr/>
            </p:nvPicPr>
            <p:blipFill>
              <a:blip r:embed="rId11"/>
              <a:stretch/>
            </p:blipFill>
            <p:spPr bwMode="auto">
              <a:xfrm>
                <a:off x="5707529" y="4490271"/>
                <a:ext cx="387795" cy="387795"/>
              </a:xfrm>
              <a:prstGeom prst="rect">
                <a:avLst/>
              </a:prstGeom>
            </p:spPr>
          </p:pic>
        </p:grpSp>
      </p:grpSp>
      <p:grpSp>
        <p:nvGrpSpPr>
          <p:cNvPr id="757676501" name="Группа 757676500"/>
          <p:cNvGrpSpPr/>
          <p:nvPr/>
        </p:nvGrpSpPr>
        <p:grpSpPr bwMode="auto">
          <a:xfrm>
            <a:off x="2550534" y="7935463"/>
            <a:ext cx="4221286" cy="1116001"/>
            <a:chOff x="0" y="0"/>
            <a:chExt cx="4221286" cy="1116001"/>
          </a:xfrm>
        </p:grpSpPr>
        <p:grpSp>
          <p:nvGrpSpPr>
            <p:cNvPr id="71" name="Группа 1032" title="Заголовок раздела"/>
            <p:cNvGrpSpPr/>
            <p:nvPr/>
          </p:nvGrpSpPr>
          <p:grpSpPr bwMode="auto">
            <a:xfrm>
              <a:off x="0" y="0"/>
              <a:ext cx="4221287" cy="1116002"/>
              <a:chOff x="2558154" y="8047174"/>
              <a:chExt cx="4221287" cy="1116002"/>
            </a:xfrm>
          </p:grpSpPr>
          <p:sp>
            <p:nvSpPr>
              <p:cNvPr id="72" name="Прямоугольник 152"/>
              <p:cNvSpPr/>
              <p:nvPr/>
            </p:nvSpPr>
            <p:spPr bwMode="auto">
              <a:xfrm rot="5400000" flipH="1">
                <a:off x="4023509" y="7617349"/>
                <a:ext cx="216000" cy="2875653"/>
              </a:xfrm>
              <a:prstGeom prst="rect">
                <a:avLst/>
              </a:prstGeom>
              <a:solidFill>
                <a:schemeClr val="tx1">
                  <a:alpha val="7999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ru-RU"/>
              </a:p>
            </p:txBody>
          </p:sp>
          <p:sp>
            <p:nvSpPr>
              <p:cNvPr id="73" name="Полилиния: фигура 153"/>
              <p:cNvSpPr/>
              <p:nvPr/>
            </p:nvSpPr>
            <p:spPr bwMode="auto">
              <a:xfrm rot="5400000" flipH="1">
                <a:off x="6600996" y="8932453"/>
                <a:ext cx="225472" cy="126660"/>
              </a:xfrm>
              <a:custGeom>
                <a:avLst/>
                <a:gdLst>
                  <a:gd name="connsiteX0" fmla="*/ 221030 w 221030"/>
                  <a:gd name="connsiteY0" fmla="*/ 0 h 126660"/>
                  <a:gd name="connsiteX1" fmla="*/ 221030 w 221030"/>
                  <a:gd name="connsiteY1" fmla="*/ 126660 h 126660"/>
                  <a:gd name="connsiteX2" fmla="*/ 0 w 221030"/>
                  <a:gd name="connsiteY2" fmla="*/ 126660 h 126660"/>
                  <a:gd name="connsiteX3" fmla="*/ 992 w 221030"/>
                  <a:gd name="connsiteY3" fmla="*/ 121750 h 126660"/>
                  <a:gd name="connsiteX4" fmla="*/ 184669 w 221030"/>
                  <a:gd name="connsiteY4" fmla="*/ 0 h 1266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21030" h="126660" extrusionOk="0">
                    <a:moveTo>
                      <a:pt x="221030" y="0"/>
                    </a:moveTo>
                    <a:lnTo>
                      <a:pt x="221030" y="126660"/>
                    </a:lnTo>
                    <a:lnTo>
                      <a:pt x="0" y="126660"/>
                    </a:lnTo>
                    <a:lnTo>
                      <a:pt x="992" y="121750"/>
                    </a:lnTo>
                    <a:cubicBezTo>
                      <a:pt x="31254" y="50203"/>
                      <a:pt x="102099" y="0"/>
                      <a:pt x="184669" y="0"/>
                    </a:cubicBezTo>
                    <a:close/>
                  </a:path>
                </a:pathLst>
              </a:cu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defRPr/>
                </a:pPr>
                <a:endParaRPr lang="ru-RU"/>
              </a:p>
            </p:txBody>
          </p:sp>
          <p:sp>
            <p:nvSpPr>
              <p:cNvPr id="74" name="Прямоугольник 154"/>
              <p:cNvSpPr/>
              <p:nvPr/>
            </p:nvSpPr>
            <p:spPr bwMode="auto">
              <a:xfrm flipH="1">
                <a:off x="5569337" y="8912229"/>
                <a:ext cx="1083443" cy="162657"/>
              </a:xfrm>
              <a:prstGeom prst="rect">
                <a:avLst/>
              </a:prstGeom>
              <a:solidFill>
                <a:schemeClr val="tx1">
                  <a:alpha val="3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ru-RU"/>
              </a:p>
            </p:txBody>
          </p:sp>
          <p:sp>
            <p:nvSpPr>
              <p:cNvPr id="75" name="Прямоугольник: скругленные верхние углы 155"/>
              <p:cNvSpPr/>
              <p:nvPr/>
            </p:nvSpPr>
            <p:spPr bwMode="auto">
              <a:xfrm rot="5400000" flipH="1">
                <a:off x="4218799" y="6386530"/>
                <a:ext cx="900000" cy="4221287"/>
              </a:xfrm>
              <a:prstGeom prst="round2SameRect">
                <a:avLst>
                  <a:gd name="adj1" fmla="val 7001"/>
                  <a:gd name="adj2" fmla="val 0"/>
                </a:avLst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ru-RU"/>
              </a:p>
            </p:txBody>
          </p:sp>
          <p:sp>
            <p:nvSpPr>
              <p:cNvPr id="76" name="Надпись 156"/>
              <p:cNvSpPr txBox="1"/>
              <p:nvPr/>
            </p:nvSpPr>
            <p:spPr bwMode="auto">
              <a:xfrm flipH="1">
                <a:off x="2650021" y="8137172"/>
                <a:ext cx="3188090" cy="720000"/>
              </a:xfrm>
              <a:prstGeom prst="rect">
                <a:avLst/>
              </a:prstGeom>
              <a:gradFill>
                <a:gsLst>
                  <a:gs pos="0">
                    <a:schemeClr val="tx1"/>
                  </a:gs>
                  <a:gs pos="100000">
                    <a:schemeClr val="tx1"/>
                  </a:gs>
                </a:gsLst>
                <a:lin ang="0" scaled="1"/>
              </a:gradFill>
            </p:spPr>
            <p:txBody>
              <a:bodyPr wrap="square" lIns="144000" tIns="0" rIns="144000" bIns="0" rtlCol="0" anchor="ctr">
                <a:noAutofit/>
              </a:bodyPr>
              <a:lstStyle/>
              <a:p>
                <a:pPr>
                  <a:defRPr/>
                </a:pPr>
                <a:r>
                  <a:rPr lang="ru-RU" sz="2400">
                    <a:solidFill>
                      <a:schemeClr val="bg1"/>
                    </a:solidFill>
                    <a:latin typeface="Arial"/>
                  </a:rPr>
                  <a:t>Заголовок раздела</a:t>
                </a:r>
              </a:p>
            </p:txBody>
          </p:sp>
        </p:grpSp>
        <p:grpSp>
          <p:nvGrpSpPr>
            <p:cNvPr id="77" name="Группа 1038" descr="Значок устройства&#10;"/>
            <p:cNvGrpSpPr/>
            <p:nvPr/>
          </p:nvGrpSpPr>
          <p:grpSpPr bwMode="auto">
            <a:xfrm>
              <a:off x="3426310" y="153742"/>
              <a:ext cx="650318" cy="592512"/>
              <a:chOff x="5976846" y="8200917"/>
              <a:chExt cx="650318" cy="592512"/>
            </a:xfrm>
          </p:grpSpPr>
          <p:pic>
            <p:nvPicPr>
              <p:cNvPr id="78" name="Графический объект 157" descr="Значок"/>
              <p:cNvPicPr>
                <a:picLocks noChangeAspect="1"/>
              </p:cNvPicPr>
              <p:nvPr/>
            </p:nvPicPr>
            <p:blipFill>
              <a:blip r:embed="rId6"/>
              <a:stretch/>
            </p:blipFill>
            <p:spPr bwMode="auto">
              <a:xfrm flipH="1">
                <a:off x="5976846" y="8200917"/>
                <a:ext cx="650318" cy="592512"/>
              </a:xfrm>
              <a:prstGeom prst="rect">
                <a:avLst/>
              </a:prstGeom>
              <a:effectLst/>
            </p:spPr>
          </p:pic>
          <p:pic>
            <p:nvPicPr>
              <p:cNvPr id="79" name="Графический объект 126" descr="Планета" title="Значок заполнителя"/>
              <p:cNvPicPr>
                <a:picLocks noChangeAspect="1"/>
              </p:cNvPicPr>
              <p:nvPr/>
            </p:nvPicPr>
            <p:blipFill>
              <a:blip r:embed="rId12"/>
              <a:stretch/>
            </p:blipFill>
            <p:spPr bwMode="auto">
              <a:xfrm>
                <a:off x="6096561" y="8299898"/>
                <a:ext cx="426575" cy="426575"/>
              </a:xfrm>
              <a:prstGeom prst="rect">
                <a:avLst/>
              </a:prstGeom>
            </p:spPr>
          </p:pic>
        </p:grp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m="http://schemas.openxmlformats.org/officeDocument/2006/math" xmlns:w="http://schemas.openxmlformats.org/wordprocessingml/2006/main"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Схема 1"/>
          <p:cNvGraphicFramePr/>
          <p:nvPr>
            <p:extLst>
              <p:ext uri="{D42A27DB-BD31-4B8C-83A1-F6EECF244321}">
                <p14:modId xmlns:p14="http://schemas.microsoft.com/office/powerpoint/2010/main" val="1023869819"/>
              </p:ext>
            </p:extLst>
          </p:nvPr>
        </p:nvGraphicFramePr>
        <p:xfrm>
          <a:off x="2032000" y="541866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86848886"/>
      </p:ext>
    </p:extLst>
  </p:cSld>
  <p:clrMapOvr>
    <a:masterClrMapping/>
  </p:clrMapOvr>
</p:sld>
</file>

<file path=ppt/theme/theme1.xml><?xml version="1.0" encoding="utf-8"?>
<a:theme xmlns:a="http://schemas.openxmlformats.org/drawingml/2006/main" name="Turtl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Стандартная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Плакат с инфографикой об образовании</Template>
  <TotalTime>0</TotalTime>
  <Words>153</Words>
  <Application>Microsoft Office PowerPoint</Application>
  <DocSecurity>0</DocSecurity>
  <PresentationFormat>Произвольный</PresentationFormat>
  <Paragraphs>42</Paragraphs>
  <Slides>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</vt:i4>
      </vt:variant>
    </vt:vector>
  </HeadingPairs>
  <TitlesOfParts>
    <vt:vector size="5" baseType="lpstr">
      <vt:lpstr>Arial</vt:lpstr>
      <vt:lpstr>Corbel</vt:lpstr>
      <vt:lpstr>Turtle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/>
  <cp:revision>7</cp:revision>
  <dcterms:created xsi:type="dcterms:W3CDTF">2021-10-19T00:06:01Z</dcterms:created>
  <dcterms:modified xsi:type="dcterms:W3CDTF">2022-12-29T10:17:00Z</dcterms:modified>
  <cp:category/>
  <dc:identifier/>
  <cp:contentStatus/>
  <dc:language/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